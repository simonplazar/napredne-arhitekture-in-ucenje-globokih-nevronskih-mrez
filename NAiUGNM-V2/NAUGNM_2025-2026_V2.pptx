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19"/>
  </p:notesMasterIdLst>
  <p:handoutMasterIdLst>
    <p:handoutMasterId r:id="rId20"/>
  </p:handoutMasterIdLst>
  <p:sldIdLst>
    <p:sldId id="256" r:id="rId5"/>
    <p:sldId id="280" r:id="rId6"/>
    <p:sldId id="265" r:id="rId7"/>
    <p:sldId id="275" r:id="rId8"/>
    <p:sldId id="267" r:id="rId9"/>
    <p:sldId id="283" r:id="rId10"/>
    <p:sldId id="284" r:id="rId11"/>
    <p:sldId id="290" r:id="rId12"/>
    <p:sldId id="291" r:id="rId13"/>
    <p:sldId id="292" r:id="rId14"/>
    <p:sldId id="294" r:id="rId15"/>
    <p:sldId id="293" r:id="rId16"/>
    <p:sldId id="289" r:id="rId17"/>
    <p:sldId id="264" r:id="rId18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6A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log 2 – poudarek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10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laden Borovič" userId="b42f88c1-a761-41f8-ba08-c119211cc4a8" providerId="ADAL" clId="{5DDEE7F4-0302-48B8-B0C5-57D6C19AFFE1}"/>
    <pc:docChg chg="undo custSel addSld delSld modSld">
      <pc:chgData name="Mladen Borovič" userId="b42f88c1-a761-41f8-ba08-c119211cc4a8" providerId="ADAL" clId="{5DDEE7F4-0302-48B8-B0C5-57D6C19AFFE1}" dt="2025-10-17T11:41:44.278" v="4707" actId="207"/>
      <pc:docMkLst>
        <pc:docMk/>
      </pc:docMkLst>
      <pc:sldChg chg="modSp mod">
        <pc:chgData name="Mladen Borovič" userId="b42f88c1-a761-41f8-ba08-c119211cc4a8" providerId="ADAL" clId="{5DDEE7F4-0302-48B8-B0C5-57D6C19AFFE1}" dt="2025-10-17T10:48:30.375" v="12" actId="20577"/>
        <pc:sldMkLst>
          <pc:docMk/>
          <pc:sldMk cId="2795377594" sldId="256"/>
        </pc:sldMkLst>
        <pc:spChg chg="mod">
          <ac:chgData name="Mladen Borovič" userId="b42f88c1-a761-41f8-ba08-c119211cc4a8" providerId="ADAL" clId="{5DDEE7F4-0302-48B8-B0C5-57D6C19AFFE1}" dt="2025-10-17T10:48:30.375" v="12" actId="20577"/>
          <ac:spMkLst>
            <pc:docMk/>
            <pc:sldMk cId="2795377594" sldId="256"/>
            <ac:spMk id="3" creationId="{00000000-0000-0000-0000-000000000000}"/>
          </ac:spMkLst>
        </pc:spChg>
      </pc:sldChg>
      <pc:sldChg chg="delSp modSp add del mod">
        <pc:chgData name="Mladen Borovič" userId="b42f88c1-a761-41f8-ba08-c119211cc4a8" providerId="ADAL" clId="{5DDEE7F4-0302-48B8-B0C5-57D6C19AFFE1}" dt="2025-10-17T10:54:46.147" v="910" actId="20577"/>
        <pc:sldMkLst>
          <pc:docMk/>
          <pc:sldMk cId="2052955499" sldId="265"/>
        </pc:sldMkLst>
        <pc:spChg chg="mod">
          <ac:chgData name="Mladen Borovič" userId="b42f88c1-a761-41f8-ba08-c119211cc4a8" providerId="ADAL" clId="{5DDEE7F4-0302-48B8-B0C5-57D6C19AFFE1}" dt="2025-10-17T10:51:49.284" v="329" actId="20577"/>
          <ac:spMkLst>
            <pc:docMk/>
            <pc:sldMk cId="2052955499" sldId="265"/>
            <ac:spMk id="3" creationId="{00000000-0000-0000-0000-000000000000}"/>
          </ac:spMkLst>
        </pc:spChg>
        <pc:spChg chg="mod">
          <ac:chgData name="Mladen Borovič" userId="b42f88c1-a761-41f8-ba08-c119211cc4a8" providerId="ADAL" clId="{5DDEE7F4-0302-48B8-B0C5-57D6C19AFFE1}" dt="2025-10-17T10:54:46.147" v="910" actId="20577"/>
          <ac:spMkLst>
            <pc:docMk/>
            <pc:sldMk cId="2052955499" sldId="265"/>
            <ac:spMk id="4" creationId="{00000000-0000-0000-0000-000000000000}"/>
          </ac:spMkLst>
        </pc:spChg>
      </pc:sldChg>
      <pc:sldChg chg="modSp add mod">
        <pc:chgData name="Mladen Borovič" userId="b42f88c1-a761-41f8-ba08-c119211cc4a8" providerId="ADAL" clId="{5DDEE7F4-0302-48B8-B0C5-57D6C19AFFE1}" dt="2025-10-17T11:03:16.982" v="1764" actId="207"/>
        <pc:sldMkLst>
          <pc:docMk/>
          <pc:sldMk cId="434891184" sldId="267"/>
        </pc:sldMkLst>
        <pc:spChg chg="mod">
          <ac:chgData name="Mladen Borovič" userId="b42f88c1-a761-41f8-ba08-c119211cc4a8" providerId="ADAL" clId="{5DDEE7F4-0302-48B8-B0C5-57D6C19AFFE1}" dt="2025-10-17T11:03:16.982" v="1764" actId="207"/>
          <ac:spMkLst>
            <pc:docMk/>
            <pc:sldMk cId="434891184" sldId="267"/>
            <ac:spMk id="4" creationId="{70907F58-46A2-779B-E90C-728AA1136A33}"/>
          </ac:spMkLst>
        </pc:spChg>
      </pc:sldChg>
      <pc:sldChg chg="addSp modSp add del mod">
        <pc:chgData name="Mladen Borovič" userId="b42f88c1-a761-41f8-ba08-c119211cc4a8" providerId="ADAL" clId="{5DDEE7F4-0302-48B8-B0C5-57D6C19AFFE1}" dt="2025-10-17T11:40:23.081" v="4702" actId="207"/>
        <pc:sldMkLst>
          <pc:docMk/>
          <pc:sldMk cId="2037493806" sldId="275"/>
        </pc:sldMkLst>
        <pc:spChg chg="mod">
          <ac:chgData name="Mladen Borovič" userId="b42f88c1-a761-41f8-ba08-c119211cc4a8" providerId="ADAL" clId="{5DDEE7F4-0302-48B8-B0C5-57D6C19AFFE1}" dt="2025-10-17T10:55:15.069" v="947" actId="20577"/>
          <ac:spMkLst>
            <pc:docMk/>
            <pc:sldMk cId="2037493806" sldId="275"/>
            <ac:spMk id="3" creationId="{00000000-0000-0000-0000-000000000000}"/>
          </ac:spMkLst>
        </pc:spChg>
        <pc:spChg chg="mod">
          <ac:chgData name="Mladen Borovič" userId="b42f88c1-a761-41f8-ba08-c119211cc4a8" providerId="ADAL" clId="{5DDEE7F4-0302-48B8-B0C5-57D6C19AFFE1}" dt="2025-10-17T11:40:23.081" v="4702" actId="207"/>
          <ac:spMkLst>
            <pc:docMk/>
            <pc:sldMk cId="2037493806" sldId="275"/>
            <ac:spMk id="4" creationId="{00000000-0000-0000-0000-000000000000}"/>
          </ac:spMkLst>
        </pc:spChg>
        <pc:picChg chg="add mod">
          <ac:chgData name="Mladen Borovič" userId="b42f88c1-a761-41f8-ba08-c119211cc4a8" providerId="ADAL" clId="{5DDEE7F4-0302-48B8-B0C5-57D6C19AFFE1}" dt="2025-10-17T11:02:02.748" v="1592" actId="1076"/>
          <ac:picMkLst>
            <pc:docMk/>
            <pc:sldMk cId="2037493806" sldId="275"/>
            <ac:picMk id="6" creationId="{E588D06B-2269-679F-F59D-C1B2F0DDFCA7}"/>
          </ac:picMkLst>
        </pc:picChg>
      </pc:sldChg>
      <pc:sldChg chg="addSp delSp modSp add del mod">
        <pc:chgData name="Mladen Borovič" userId="b42f88c1-a761-41f8-ba08-c119211cc4a8" providerId="ADAL" clId="{5DDEE7F4-0302-48B8-B0C5-57D6C19AFFE1}" dt="2025-10-17T11:39:26.395" v="4696" actId="207"/>
        <pc:sldMkLst>
          <pc:docMk/>
          <pc:sldMk cId="3049020875" sldId="280"/>
        </pc:sldMkLst>
        <pc:spChg chg="mod">
          <ac:chgData name="Mladen Borovič" userId="b42f88c1-a761-41f8-ba08-c119211cc4a8" providerId="ADAL" clId="{5DDEE7F4-0302-48B8-B0C5-57D6C19AFFE1}" dt="2025-10-17T10:48:57.331" v="27" actId="20577"/>
          <ac:spMkLst>
            <pc:docMk/>
            <pc:sldMk cId="3049020875" sldId="280"/>
            <ac:spMk id="3" creationId="{FF127E76-67E0-AA3E-C1CD-00A990D38A95}"/>
          </ac:spMkLst>
        </pc:spChg>
        <pc:spChg chg="mod">
          <ac:chgData name="Mladen Borovič" userId="b42f88c1-a761-41f8-ba08-c119211cc4a8" providerId="ADAL" clId="{5DDEE7F4-0302-48B8-B0C5-57D6C19AFFE1}" dt="2025-10-17T11:39:26.395" v="4696" actId="207"/>
          <ac:spMkLst>
            <pc:docMk/>
            <pc:sldMk cId="3049020875" sldId="280"/>
            <ac:spMk id="4" creationId="{B6B5093B-A992-04E5-5178-FD24F2B7BC5F}"/>
          </ac:spMkLst>
        </pc:spChg>
        <pc:picChg chg="add mod ord">
          <ac:chgData name="Mladen Borovič" userId="b42f88c1-a761-41f8-ba08-c119211cc4a8" providerId="ADAL" clId="{5DDEE7F4-0302-48B8-B0C5-57D6C19AFFE1}" dt="2025-10-17T10:51:41.115" v="307" actId="167"/>
          <ac:picMkLst>
            <pc:docMk/>
            <pc:sldMk cId="3049020875" sldId="280"/>
            <ac:picMk id="6" creationId="{B9F969F5-2BB8-26D2-54A4-F04B059B7195}"/>
          </ac:picMkLst>
        </pc:picChg>
      </pc:sldChg>
      <pc:sldChg chg="addSp modSp add mod">
        <pc:chgData name="Mladen Borovič" userId="b42f88c1-a761-41f8-ba08-c119211cc4a8" providerId="ADAL" clId="{5DDEE7F4-0302-48B8-B0C5-57D6C19AFFE1}" dt="2025-10-17T11:07:48.341" v="2190" actId="1076"/>
        <pc:sldMkLst>
          <pc:docMk/>
          <pc:sldMk cId="2801895219" sldId="283"/>
        </pc:sldMkLst>
        <pc:spChg chg="mod">
          <ac:chgData name="Mladen Borovič" userId="b42f88c1-a761-41f8-ba08-c119211cc4a8" providerId="ADAL" clId="{5DDEE7F4-0302-48B8-B0C5-57D6C19AFFE1}" dt="2025-10-17T11:07:41.819" v="2186" actId="20577"/>
          <ac:spMkLst>
            <pc:docMk/>
            <pc:sldMk cId="2801895219" sldId="283"/>
            <ac:spMk id="4" creationId="{00000000-0000-0000-0000-000000000000}"/>
          </ac:spMkLst>
        </pc:spChg>
        <pc:picChg chg="add mod">
          <ac:chgData name="Mladen Borovič" userId="b42f88c1-a761-41f8-ba08-c119211cc4a8" providerId="ADAL" clId="{5DDEE7F4-0302-48B8-B0C5-57D6C19AFFE1}" dt="2025-10-17T11:07:48.341" v="2190" actId="1076"/>
          <ac:picMkLst>
            <pc:docMk/>
            <pc:sldMk cId="2801895219" sldId="283"/>
            <ac:picMk id="6" creationId="{61B4D637-F215-F4DD-E72A-549B2C99AA94}"/>
          </ac:picMkLst>
        </pc:picChg>
      </pc:sldChg>
      <pc:sldChg chg="modSp add mod">
        <pc:chgData name="Mladen Borovič" userId="b42f88c1-a761-41f8-ba08-c119211cc4a8" providerId="ADAL" clId="{5DDEE7F4-0302-48B8-B0C5-57D6C19AFFE1}" dt="2025-10-17T11:17:32.527" v="3020" actId="207"/>
        <pc:sldMkLst>
          <pc:docMk/>
          <pc:sldMk cId="2367845497" sldId="284"/>
        </pc:sldMkLst>
        <pc:spChg chg="mod">
          <ac:chgData name="Mladen Borovič" userId="b42f88c1-a761-41f8-ba08-c119211cc4a8" providerId="ADAL" clId="{5DDEE7F4-0302-48B8-B0C5-57D6C19AFFE1}" dt="2025-10-17T11:14:35.195" v="2773" actId="20577"/>
          <ac:spMkLst>
            <pc:docMk/>
            <pc:sldMk cId="2367845497" sldId="284"/>
            <ac:spMk id="3" creationId="{CB00E04C-D31B-ED3D-ED62-F5F3ECE88FCF}"/>
          </ac:spMkLst>
        </pc:spChg>
        <pc:spChg chg="mod">
          <ac:chgData name="Mladen Borovič" userId="b42f88c1-a761-41f8-ba08-c119211cc4a8" providerId="ADAL" clId="{5DDEE7F4-0302-48B8-B0C5-57D6C19AFFE1}" dt="2025-10-17T11:17:32.527" v="3020" actId="207"/>
          <ac:spMkLst>
            <pc:docMk/>
            <pc:sldMk cId="2367845497" sldId="284"/>
            <ac:spMk id="4" creationId="{7260B581-509F-41C9-B2A6-1C27746E6F41}"/>
          </ac:spMkLst>
        </pc:spChg>
      </pc:sldChg>
      <pc:sldChg chg="modSp add mod">
        <pc:chgData name="Mladen Borovič" userId="b42f88c1-a761-41f8-ba08-c119211cc4a8" providerId="ADAL" clId="{5DDEE7F4-0302-48B8-B0C5-57D6C19AFFE1}" dt="2025-10-17T11:37:45.616" v="4633" actId="20577"/>
        <pc:sldMkLst>
          <pc:docMk/>
          <pc:sldMk cId="1437674498" sldId="289"/>
        </pc:sldMkLst>
        <pc:spChg chg="mod">
          <ac:chgData name="Mladen Borovič" userId="b42f88c1-a761-41f8-ba08-c119211cc4a8" providerId="ADAL" clId="{5DDEE7F4-0302-48B8-B0C5-57D6C19AFFE1}" dt="2025-10-17T11:37:45.616" v="4633" actId="20577"/>
          <ac:spMkLst>
            <pc:docMk/>
            <pc:sldMk cId="1437674498" sldId="289"/>
            <ac:spMk id="4" creationId="{00000000-0000-0000-0000-000000000000}"/>
          </ac:spMkLst>
        </pc:spChg>
      </pc:sldChg>
      <pc:sldChg chg="modSp add mod">
        <pc:chgData name="Mladen Borovič" userId="b42f88c1-a761-41f8-ba08-c119211cc4a8" providerId="ADAL" clId="{5DDEE7F4-0302-48B8-B0C5-57D6C19AFFE1}" dt="2025-10-17T11:18:01.551" v="3029" actId="20577"/>
        <pc:sldMkLst>
          <pc:docMk/>
          <pc:sldMk cId="1373275916" sldId="290"/>
        </pc:sldMkLst>
        <pc:spChg chg="mod">
          <ac:chgData name="Mladen Borovič" userId="b42f88c1-a761-41f8-ba08-c119211cc4a8" providerId="ADAL" clId="{5DDEE7F4-0302-48B8-B0C5-57D6C19AFFE1}" dt="2025-10-17T11:14:46.541" v="2777" actId="20577"/>
          <ac:spMkLst>
            <pc:docMk/>
            <pc:sldMk cId="1373275916" sldId="290"/>
            <ac:spMk id="3" creationId="{5A6F0033-7D10-7D14-9338-1CFCF7C78A86}"/>
          </ac:spMkLst>
        </pc:spChg>
        <pc:spChg chg="mod">
          <ac:chgData name="Mladen Borovič" userId="b42f88c1-a761-41f8-ba08-c119211cc4a8" providerId="ADAL" clId="{5DDEE7F4-0302-48B8-B0C5-57D6C19AFFE1}" dt="2025-10-17T11:18:01.551" v="3029" actId="20577"/>
          <ac:spMkLst>
            <pc:docMk/>
            <pc:sldMk cId="1373275916" sldId="290"/>
            <ac:spMk id="4" creationId="{71BF5B50-5427-7DB9-7DFA-D5C4BC567BDE}"/>
          </ac:spMkLst>
        </pc:spChg>
      </pc:sldChg>
      <pc:sldChg chg="modSp add mod">
        <pc:chgData name="Mladen Borovič" userId="b42f88c1-a761-41f8-ba08-c119211cc4a8" providerId="ADAL" clId="{5DDEE7F4-0302-48B8-B0C5-57D6C19AFFE1}" dt="2025-10-17T11:22:12.708" v="3295" actId="20577"/>
        <pc:sldMkLst>
          <pc:docMk/>
          <pc:sldMk cId="2858556112" sldId="291"/>
        </pc:sldMkLst>
        <pc:spChg chg="mod">
          <ac:chgData name="Mladen Borovič" userId="b42f88c1-a761-41f8-ba08-c119211cc4a8" providerId="ADAL" clId="{5DDEE7F4-0302-48B8-B0C5-57D6C19AFFE1}" dt="2025-10-17T11:18:07.518" v="3031" actId="20577"/>
          <ac:spMkLst>
            <pc:docMk/>
            <pc:sldMk cId="2858556112" sldId="291"/>
            <ac:spMk id="3" creationId="{4BE27533-BECA-60A2-DD96-074808BFB730}"/>
          </ac:spMkLst>
        </pc:spChg>
        <pc:spChg chg="mod">
          <ac:chgData name="Mladen Borovič" userId="b42f88c1-a761-41f8-ba08-c119211cc4a8" providerId="ADAL" clId="{5DDEE7F4-0302-48B8-B0C5-57D6C19AFFE1}" dt="2025-10-17T11:22:12.708" v="3295" actId="20577"/>
          <ac:spMkLst>
            <pc:docMk/>
            <pc:sldMk cId="2858556112" sldId="291"/>
            <ac:spMk id="4" creationId="{3C4775CC-635C-CB85-81B6-551118926B13}"/>
          </ac:spMkLst>
        </pc:spChg>
      </pc:sldChg>
      <pc:sldChg chg="modSp add mod">
        <pc:chgData name="Mladen Borovič" userId="b42f88c1-a761-41f8-ba08-c119211cc4a8" providerId="ADAL" clId="{5DDEE7F4-0302-48B8-B0C5-57D6C19AFFE1}" dt="2025-10-17T11:41:44.278" v="4707" actId="207"/>
        <pc:sldMkLst>
          <pc:docMk/>
          <pc:sldMk cId="1692740273" sldId="292"/>
        </pc:sldMkLst>
        <pc:spChg chg="mod">
          <ac:chgData name="Mladen Borovič" userId="b42f88c1-a761-41f8-ba08-c119211cc4a8" providerId="ADAL" clId="{5DDEE7F4-0302-48B8-B0C5-57D6C19AFFE1}" dt="2025-10-17T11:22:28.651" v="3297" actId="20577"/>
          <ac:spMkLst>
            <pc:docMk/>
            <pc:sldMk cId="1692740273" sldId="292"/>
            <ac:spMk id="3" creationId="{79DCC15E-DA08-D8AE-5F21-2D90F2904788}"/>
          </ac:spMkLst>
        </pc:spChg>
        <pc:spChg chg="mod">
          <ac:chgData name="Mladen Borovič" userId="b42f88c1-a761-41f8-ba08-c119211cc4a8" providerId="ADAL" clId="{5DDEE7F4-0302-48B8-B0C5-57D6C19AFFE1}" dt="2025-10-17T11:41:44.278" v="4707" actId="207"/>
          <ac:spMkLst>
            <pc:docMk/>
            <pc:sldMk cId="1692740273" sldId="292"/>
            <ac:spMk id="4" creationId="{2D8BA652-AE41-DBC0-4593-BB845D070F09}"/>
          </ac:spMkLst>
        </pc:spChg>
      </pc:sldChg>
      <pc:sldChg chg="modSp add mod">
        <pc:chgData name="Mladen Borovič" userId="b42f88c1-a761-41f8-ba08-c119211cc4a8" providerId="ADAL" clId="{5DDEE7F4-0302-48B8-B0C5-57D6C19AFFE1}" dt="2025-10-17T11:41:31.895" v="4706" actId="207"/>
        <pc:sldMkLst>
          <pc:docMk/>
          <pc:sldMk cId="2716679959" sldId="293"/>
        </pc:sldMkLst>
        <pc:spChg chg="mod">
          <ac:chgData name="Mladen Borovič" userId="b42f88c1-a761-41f8-ba08-c119211cc4a8" providerId="ADAL" clId="{5DDEE7F4-0302-48B8-B0C5-57D6C19AFFE1}" dt="2025-10-17T11:26:30.199" v="3861" actId="20577"/>
          <ac:spMkLst>
            <pc:docMk/>
            <pc:sldMk cId="2716679959" sldId="293"/>
            <ac:spMk id="3" creationId="{F178D8DE-EA72-6BD1-F63C-202D50FCE5FD}"/>
          </ac:spMkLst>
        </pc:spChg>
        <pc:spChg chg="mod">
          <ac:chgData name="Mladen Borovič" userId="b42f88c1-a761-41f8-ba08-c119211cc4a8" providerId="ADAL" clId="{5DDEE7F4-0302-48B8-B0C5-57D6C19AFFE1}" dt="2025-10-17T11:41:31.895" v="4706" actId="207"/>
          <ac:spMkLst>
            <pc:docMk/>
            <pc:sldMk cId="2716679959" sldId="293"/>
            <ac:spMk id="4" creationId="{09B2FB0A-F691-5E34-5953-2140118C952B}"/>
          </ac:spMkLst>
        </pc:spChg>
      </pc:sldChg>
      <pc:sldChg chg="addSp delSp modSp add mod">
        <pc:chgData name="Mladen Borovič" userId="b42f88c1-a761-41f8-ba08-c119211cc4a8" providerId="ADAL" clId="{5DDEE7F4-0302-48B8-B0C5-57D6C19AFFE1}" dt="2025-10-17T11:36:21.155" v="4630" actId="1076"/>
        <pc:sldMkLst>
          <pc:docMk/>
          <pc:sldMk cId="4209654812" sldId="294"/>
        </pc:sldMkLst>
        <pc:spChg chg="mod">
          <ac:chgData name="Mladen Borovič" userId="b42f88c1-a761-41f8-ba08-c119211cc4a8" providerId="ADAL" clId="{5DDEE7F4-0302-48B8-B0C5-57D6C19AFFE1}" dt="2025-10-17T11:35:03.932" v="4594" actId="20577"/>
          <ac:spMkLst>
            <pc:docMk/>
            <pc:sldMk cId="4209654812" sldId="294"/>
            <ac:spMk id="3" creationId="{F1AFACF5-EAC8-382E-A56C-6797E8CF36FD}"/>
          </ac:spMkLst>
        </pc:spChg>
        <pc:picChg chg="add mod">
          <ac:chgData name="Mladen Borovič" userId="b42f88c1-a761-41f8-ba08-c119211cc4a8" providerId="ADAL" clId="{5DDEE7F4-0302-48B8-B0C5-57D6C19AFFE1}" dt="2025-10-17T11:36:05.907" v="4625" actId="1076"/>
          <ac:picMkLst>
            <pc:docMk/>
            <pc:sldMk cId="4209654812" sldId="294"/>
            <ac:picMk id="6" creationId="{69AA6BE7-3B60-9ACD-2B3B-56535973E8D6}"/>
          </ac:picMkLst>
        </pc:picChg>
        <pc:picChg chg="add mod">
          <ac:chgData name="Mladen Borovič" userId="b42f88c1-a761-41f8-ba08-c119211cc4a8" providerId="ADAL" clId="{5DDEE7F4-0302-48B8-B0C5-57D6C19AFFE1}" dt="2025-10-17T11:36:10.443" v="4627" actId="1076"/>
          <ac:picMkLst>
            <pc:docMk/>
            <pc:sldMk cId="4209654812" sldId="294"/>
            <ac:picMk id="8" creationId="{609059FA-A819-BBE8-CD7D-7E6BACA2D315}"/>
          </ac:picMkLst>
        </pc:picChg>
        <pc:picChg chg="add mod">
          <ac:chgData name="Mladen Borovič" userId="b42f88c1-a761-41f8-ba08-c119211cc4a8" providerId="ADAL" clId="{5DDEE7F4-0302-48B8-B0C5-57D6C19AFFE1}" dt="2025-10-17T11:36:13.090" v="4628" actId="1076"/>
          <ac:picMkLst>
            <pc:docMk/>
            <pc:sldMk cId="4209654812" sldId="294"/>
            <ac:picMk id="12" creationId="{FF162813-9574-E922-CC31-819F249B23C4}"/>
          </ac:picMkLst>
        </pc:picChg>
        <pc:picChg chg="add mod">
          <ac:chgData name="Mladen Borovič" userId="b42f88c1-a761-41f8-ba08-c119211cc4a8" providerId="ADAL" clId="{5DDEE7F4-0302-48B8-B0C5-57D6C19AFFE1}" dt="2025-10-17T11:36:15.554" v="4629" actId="1076"/>
          <ac:picMkLst>
            <pc:docMk/>
            <pc:sldMk cId="4209654812" sldId="294"/>
            <ac:picMk id="16" creationId="{C142ACE8-531F-0CFF-40FB-794DBA6B234F}"/>
          </ac:picMkLst>
        </pc:picChg>
        <pc:picChg chg="add mod">
          <ac:chgData name="Mladen Borovič" userId="b42f88c1-a761-41f8-ba08-c119211cc4a8" providerId="ADAL" clId="{5DDEE7F4-0302-48B8-B0C5-57D6C19AFFE1}" dt="2025-10-17T11:36:21.155" v="4630" actId="1076"/>
          <ac:picMkLst>
            <pc:docMk/>
            <pc:sldMk cId="4209654812" sldId="294"/>
            <ac:picMk id="20" creationId="{93BA714A-4260-935A-45E1-2C31D386FA2D}"/>
          </ac:picMkLst>
        </pc:picChg>
      </pc:sldChg>
    </pc:docChg>
  </pc:docChgLst>
  <pc:docChgLst>
    <pc:chgData name="Mladen Borovič" userId="b42f88c1-a761-41f8-ba08-c119211cc4a8" providerId="ADAL" clId="{D194ED4C-3652-4162-B0FA-929F6452222D}"/>
    <pc:docChg chg="modSld">
      <pc:chgData name="Mladen Borovič" userId="b42f88c1-a761-41f8-ba08-c119211cc4a8" providerId="ADAL" clId="{D194ED4C-3652-4162-B0FA-929F6452222D}" dt="2025-10-20T18:23:50.530" v="0" actId="6549"/>
      <pc:docMkLst>
        <pc:docMk/>
      </pc:docMkLst>
      <pc:sldChg chg="modSp mod">
        <pc:chgData name="Mladen Borovič" userId="b42f88c1-a761-41f8-ba08-c119211cc4a8" providerId="ADAL" clId="{D194ED4C-3652-4162-B0FA-929F6452222D}" dt="2025-10-20T18:23:50.530" v="0" actId="6549"/>
        <pc:sldMkLst>
          <pc:docMk/>
          <pc:sldMk cId="2367845497" sldId="284"/>
        </pc:sldMkLst>
        <pc:spChg chg="mod">
          <ac:chgData name="Mladen Borovič" userId="b42f88c1-a761-41f8-ba08-c119211cc4a8" providerId="ADAL" clId="{D194ED4C-3652-4162-B0FA-929F6452222D}" dt="2025-10-20T18:23:50.530" v="0" actId="6549"/>
          <ac:spMkLst>
            <pc:docMk/>
            <pc:sldMk cId="2367845497" sldId="284"/>
            <ac:spMk id="4" creationId="{7260B581-509F-41C9-B2A6-1C27746E6F4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grada datum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07825-8529-4B4B-97B0-58DFFD3405C8}" type="datetimeFigureOut">
              <a:rPr lang="sl-SI" smtClean="0"/>
              <a:t>25. 10. 2025</a:t>
            </a:fld>
            <a:endParaRPr lang="sl-SI"/>
          </a:p>
        </p:txBody>
      </p:sp>
      <p:sp>
        <p:nvSpPr>
          <p:cNvPr id="4" name="Ograda noge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5" name="Ograda številke diapozitiva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6B28D-31DF-4F79-8439-A95A0F237830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906273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719EA-6195-4091-963B-595724FFC946}" type="datetimeFigureOut">
              <a:rPr lang="sl-SI" smtClean="0"/>
              <a:t>25. 10. 2025</a:t>
            </a:fld>
            <a:endParaRPr lang="sl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B775F-F8D6-4738-A0EF-069010D5B1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272381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BB775F-F8D6-4738-A0EF-069010D5B146}" type="slidenum">
              <a:rPr lang="sl-SI" smtClean="0"/>
              <a:t>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47308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331640" y="1320801"/>
            <a:ext cx="6696744" cy="2684264"/>
          </a:xfrm>
        </p:spPr>
        <p:txBody>
          <a:bodyPr anchor="b"/>
          <a:lstStyle>
            <a:lvl1pPr algn="ctr">
              <a:defRPr sz="4400">
                <a:latin typeface="Calibri" pitchFamily="34" charset="0"/>
              </a:defRPr>
            </a:lvl1pPr>
          </a:lstStyle>
          <a:p>
            <a:pPr lvl="0"/>
            <a:r>
              <a:rPr lang="sl-SI" noProof="0"/>
              <a:t>Glavni naslov</a:t>
            </a:r>
            <a:endParaRPr lang="en-GB" noProof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31640" y="4221089"/>
            <a:ext cx="6688832" cy="172784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200">
                <a:solidFill>
                  <a:schemeClr val="bg1">
                    <a:lumMod val="65000"/>
                  </a:schemeClr>
                </a:solidFill>
                <a:latin typeface="Calibri" pitchFamily="34" charset="0"/>
              </a:defRPr>
            </a:lvl1pPr>
          </a:lstStyle>
          <a:p>
            <a:pPr lvl="0"/>
            <a:r>
              <a:rPr lang="sl-SI" noProof="0"/>
              <a:t>Podnaslov</a:t>
            </a:r>
            <a:endParaRPr lang="en-GB" noProof="0"/>
          </a:p>
        </p:txBody>
      </p:sp>
      <p:pic>
        <p:nvPicPr>
          <p:cNvPr id="2" name="Slika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260648"/>
            <a:ext cx="2448272" cy="1337064"/>
          </a:xfrm>
          <a:prstGeom prst="rect">
            <a:avLst/>
          </a:prstGeom>
        </p:spPr>
      </p:pic>
      <p:pic>
        <p:nvPicPr>
          <p:cNvPr id="7" name="Slika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9" y="6417559"/>
            <a:ext cx="380953" cy="323810"/>
          </a:xfrm>
          <a:prstGeom prst="rect">
            <a:avLst/>
          </a:prstGeom>
        </p:spPr>
      </p:pic>
      <p:sp>
        <p:nvSpPr>
          <p:cNvPr id="8" name="PoljeZBesedilom 7"/>
          <p:cNvSpPr txBox="1"/>
          <p:nvPr userDrawn="1"/>
        </p:nvSpPr>
        <p:spPr>
          <a:xfrm>
            <a:off x="488500" y="6440964"/>
            <a:ext cx="1789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>
                <a:solidFill>
                  <a:srgbClr val="000000"/>
                </a:solidFill>
              </a:rPr>
              <a:t>Inštitut za računalništvo</a:t>
            </a:r>
          </a:p>
        </p:txBody>
      </p:sp>
      <p:sp>
        <p:nvSpPr>
          <p:cNvPr id="10" name="PoljeZBesedilom 9"/>
          <p:cNvSpPr txBox="1"/>
          <p:nvPr userDrawn="1"/>
        </p:nvSpPr>
        <p:spPr>
          <a:xfrm>
            <a:off x="4998455" y="6464369"/>
            <a:ext cx="3405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>
                <a:solidFill>
                  <a:srgbClr val="000000"/>
                </a:solidFill>
              </a:rPr>
              <a:t>Laboratorij za heterogene računalniške sisteme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6" y="6290062"/>
            <a:ext cx="692322" cy="562512"/>
          </a:xfrm>
          <a:prstGeom prst="rect">
            <a:avLst/>
          </a:prstGeom>
        </p:spPr>
      </p:pic>
      <p:pic>
        <p:nvPicPr>
          <p:cNvPr id="1026" name="Picture 2" descr="http://cs.feri.um.si/site/assets/files/1066/logo_gemma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413" y="5874056"/>
            <a:ext cx="695325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PoljeZBesedilom 9"/>
          <p:cNvSpPr txBox="1"/>
          <p:nvPr userDrawn="1"/>
        </p:nvSpPr>
        <p:spPr>
          <a:xfrm>
            <a:off x="3090881" y="5948934"/>
            <a:ext cx="53126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>
                <a:solidFill>
                  <a:srgbClr val="000000"/>
                </a:solidFill>
              </a:rPr>
              <a:t>Laboratorij za </a:t>
            </a:r>
            <a:r>
              <a:rPr lang="sl-SI" sz="1200" err="1">
                <a:solidFill>
                  <a:srgbClr val="000000"/>
                </a:solidFill>
              </a:rPr>
              <a:t>geoprostorsko</a:t>
            </a:r>
            <a:r>
              <a:rPr lang="sl-SI" sz="1200">
                <a:solidFill>
                  <a:srgbClr val="000000"/>
                </a:solidFill>
              </a:rPr>
              <a:t> modeliranje, multimedijo in umetno inteligenco</a:t>
            </a:r>
          </a:p>
        </p:txBody>
      </p:sp>
    </p:spTree>
    <p:extLst>
      <p:ext uri="{BB962C8B-B14F-4D97-AF65-F5344CB8AC3E}">
        <p14:creationId xmlns:p14="http://schemas.microsoft.com/office/powerpoint/2010/main" val="2241087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28800"/>
            <a:ext cx="77724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234246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28800"/>
            <a:ext cx="77724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Naslov strani</a:t>
            </a:r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38483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858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9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858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193177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8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57107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16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28800"/>
            <a:ext cx="77724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3072845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476673"/>
            <a:ext cx="8153400" cy="104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4C4C4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l-SI"/>
              <a:t>Naslov strani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28800"/>
            <a:ext cx="7772400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4C4C4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70" r:id="rId9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n"/>
        <a:defRPr sz="3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baseline="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20801"/>
            <a:ext cx="9144000" cy="2684264"/>
          </a:xfrm>
        </p:spPr>
        <p:txBody>
          <a:bodyPr/>
          <a:lstStyle/>
          <a:p>
            <a:pPr algn="ctr"/>
            <a:r>
              <a:rPr lang="en-SI" sz="3600" err="1"/>
              <a:t>Napredne</a:t>
            </a:r>
            <a:r>
              <a:rPr lang="en-SI" sz="3600"/>
              <a:t> </a:t>
            </a:r>
            <a:r>
              <a:rPr lang="en-SI" sz="3600" err="1"/>
              <a:t>arhitekture</a:t>
            </a:r>
            <a:r>
              <a:rPr lang="en-SI" sz="3600"/>
              <a:t> in </a:t>
            </a:r>
            <a:r>
              <a:rPr lang="en-SI" sz="3600" err="1"/>
              <a:t>učenje</a:t>
            </a:r>
            <a:r>
              <a:rPr lang="en-SI" sz="3600"/>
              <a:t> </a:t>
            </a:r>
            <a:r>
              <a:rPr lang="en-SI" sz="3600" err="1"/>
              <a:t>globokih</a:t>
            </a:r>
            <a:r>
              <a:rPr lang="en-SI" sz="3600"/>
              <a:t> </a:t>
            </a:r>
            <a:r>
              <a:rPr lang="en-SI" sz="3600" err="1"/>
              <a:t>nevronskih</a:t>
            </a:r>
            <a:r>
              <a:rPr lang="en-SI" sz="3600"/>
              <a:t> </a:t>
            </a:r>
            <a:r>
              <a:rPr lang="en-SI" sz="3600" err="1"/>
              <a:t>mrež</a:t>
            </a:r>
            <a:br>
              <a:rPr lang="en-GB" sz="3600"/>
            </a:br>
            <a:r>
              <a:rPr lang="en-GB" sz="3600"/>
              <a:t>(R-IT M</a:t>
            </a:r>
            <a:r>
              <a:rPr lang="en-SI" sz="3600"/>
              <a:t>AG</a:t>
            </a:r>
            <a:r>
              <a:rPr lang="en-GB" sz="3600"/>
              <a:t>)</a:t>
            </a:r>
            <a:endParaRPr lang="sl-SI" sz="36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604" y="4149080"/>
            <a:ext cx="7128792" cy="1727845"/>
          </a:xfrm>
        </p:spPr>
        <p:txBody>
          <a:bodyPr/>
          <a:lstStyle/>
          <a:p>
            <a:pPr algn="ctr"/>
            <a:r>
              <a:rPr lang="en-GB" err="1">
                <a:solidFill>
                  <a:schemeClr val="bg1">
                    <a:lumMod val="50000"/>
                  </a:schemeClr>
                </a:solidFill>
              </a:rPr>
              <a:t>Vaja</a:t>
            </a:r>
            <a:r>
              <a:rPr lang="en-GB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SI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>
                <a:solidFill>
                  <a:schemeClr val="bg1">
                    <a:lumMod val="50000"/>
                  </a:schemeClr>
                </a:solidFill>
              </a:rPr>
              <a:t> –</a:t>
            </a:r>
            <a:r>
              <a:rPr lang="sl-SI">
                <a:solidFill>
                  <a:schemeClr val="bg1">
                    <a:lumMod val="50000"/>
                  </a:schemeClr>
                </a:solidFill>
              </a:rPr>
              <a:t> Samokodirniki</a:t>
            </a:r>
          </a:p>
        </p:txBody>
      </p:sp>
    </p:spTree>
    <p:extLst>
      <p:ext uri="{BB962C8B-B14F-4D97-AF65-F5344CB8AC3E}">
        <p14:creationId xmlns:p14="http://schemas.microsoft.com/office/powerpoint/2010/main" val="279537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network&#10;&#10;AI-generated content may be incorrect.">
            <a:extLst>
              <a:ext uri="{FF2B5EF4-FFF2-40B4-BE49-F238E27FC236}">
                <a16:creationId xmlns:a16="http://schemas.microsoft.com/office/drawing/2014/main" id="{B9F969F5-2BB8-26D2-54A4-F04B059B7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32" y="2753544"/>
            <a:ext cx="7697736" cy="410445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416783-F0B6-EFA1-4A94-37BB7562F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127E76-67E0-AA3E-C1CD-00A990D3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Samokodirniki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5093B-A992-04E5-5178-FD24F2B7B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2776"/>
            <a:ext cx="9144000" cy="4608512"/>
          </a:xfrm>
        </p:spPr>
        <p:txBody>
          <a:bodyPr/>
          <a:lstStyle/>
          <a:p>
            <a:r>
              <a:rPr lang="sl-SI" sz="2000"/>
              <a:t>Naprej usmerjena nevronska mreža (ang. feed forward neural network)</a:t>
            </a:r>
          </a:p>
          <a:p>
            <a:pPr lvl="1"/>
            <a:r>
              <a:rPr lang="sl-SI" sz="1600">
                <a:solidFill>
                  <a:srgbClr val="C00000"/>
                </a:solidFill>
              </a:rPr>
              <a:t>Kodirnik</a:t>
            </a:r>
            <a:r>
              <a:rPr lang="sl-SI" sz="1600"/>
              <a:t> (ang. encoder) =&gt; vhod pretvori v latentno predstavitev</a:t>
            </a:r>
          </a:p>
          <a:p>
            <a:pPr lvl="1"/>
            <a:r>
              <a:rPr lang="sl-SI" sz="1600">
                <a:solidFill>
                  <a:srgbClr val="C00000"/>
                </a:solidFill>
              </a:rPr>
              <a:t>Dekodirnik</a:t>
            </a:r>
            <a:r>
              <a:rPr lang="sl-SI" sz="1600"/>
              <a:t> (ang. decoder) =&gt; latentno predstavitev rekonstruira v izhod</a:t>
            </a:r>
          </a:p>
          <a:p>
            <a:endParaRPr lang="sl-SI" sz="1800"/>
          </a:p>
          <a:p>
            <a:r>
              <a:rPr lang="sl-SI" sz="1800"/>
              <a:t>Latentna predstavitev je </a:t>
            </a:r>
            <a:r>
              <a:rPr lang="sl-SI" sz="1800">
                <a:solidFill>
                  <a:srgbClr val="0070C0"/>
                </a:solidFill>
              </a:rPr>
              <a:t>manjše dimenzije</a:t>
            </a:r>
            <a:r>
              <a:rPr lang="sl-SI" sz="1800"/>
              <a:t> kot vhod/izhod</a:t>
            </a:r>
          </a:p>
          <a:p>
            <a:endParaRPr lang="sl-SI" sz="1800"/>
          </a:p>
        </p:txBody>
      </p:sp>
    </p:spTree>
    <p:extLst>
      <p:ext uri="{BB962C8B-B14F-4D97-AF65-F5344CB8AC3E}">
        <p14:creationId xmlns:p14="http://schemas.microsoft.com/office/powerpoint/2010/main" val="3049020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>
          <a:xfrm>
            <a:off x="107504" y="476673"/>
            <a:ext cx="8579296" cy="1047328"/>
          </a:xfrm>
        </p:spPr>
        <p:txBody>
          <a:bodyPr/>
          <a:lstStyle/>
          <a:p>
            <a:r>
              <a:rPr lang="sl-SI" sz="4000"/>
              <a:t>Uporaba samokodirnikov</a:t>
            </a:r>
          </a:p>
        </p:txBody>
      </p:sp>
      <p:sp>
        <p:nvSpPr>
          <p:cNvPr id="4" name="Ograda vsebine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  <a:ln>
            <a:noFill/>
          </a:ln>
        </p:spPr>
        <p:txBody>
          <a:bodyPr/>
          <a:lstStyle/>
          <a:p>
            <a:r>
              <a:rPr lang="sl-SI" sz="2000"/>
              <a:t>Zmanjšanje dimenzije (ang. dimensionality reduction)</a:t>
            </a:r>
          </a:p>
          <a:p>
            <a:pPr lvl="1"/>
            <a:r>
              <a:rPr lang="sl-SI" sz="1600"/>
              <a:t>Kompresija, vizualizacija</a:t>
            </a:r>
          </a:p>
          <a:p>
            <a:r>
              <a:rPr lang="sl-SI" sz="2000"/>
              <a:t>Pridobivanje značilk (ang. feature extraction)</a:t>
            </a:r>
          </a:p>
          <a:p>
            <a:pPr lvl="1"/>
            <a:r>
              <a:rPr lang="sl-SI" sz="1600"/>
              <a:t>Predhodno učenje nevronskih mrež (ang. pretraining)</a:t>
            </a:r>
          </a:p>
          <a:p>
            <a:r>
              <a:rPr lang="sl-SI" sz="2000"/>
              <a:t>Razšumljanje podatkov (ang. data denoising)</a:t>
            </a:r>
          </a:p>
          <a:p>
            <a:pPr lvl="1"/>
            <a:r>
              <a:rPr lang="sl-SI" sz="1600">
                <a:solidFill>
                  <a:srgbClr val="0070C0"/>
                </a:solidFill>
              </a:rPr>
              <a:t>Rekonstrukcija </a:t>
            </a:r>
            <a:r>
              <a:rPr lang="sl-SI" sz="1600"/>
              <a:t>originala iz šuma</a:t>
            </a:r>
          </a:p>
          <a:p>
            <a:r>
              <a:rPr lang="sl-SI" sz="2000"/>
              <a:t>Generativni modeli (ang. generative models)</a:t>
            </a:r>
          </a:p>
          <a:p>
            <a:pPr lvl="1"/>
            <a:r>
              <a:rPr lang="sl-SI" sz="1600"/>
              <a:t>Generiranje novih vzorcev, ki so podobni učnim</a:t>
            </a:r>
          </a:p>
          <a:p>
            <a:r>
              <a:rPr lang="sl-SI" sz="2000"/>
              <a:t>Priporočilni sistemi (ang. recommender systems)</a:t>
            </a:r>
          </a:p>
          <a:p>
            <a:pPr lvl="1"/>
            <a:r>
              <a:rPr lang="sl-SI" sz="1600"/>
              <a:t>Latentna predstavitev vzorcev med uporabniki in elementi priporočanja</a:t>
            </a:r>
            <a:endParaRPr lang="en-SI" sz="1600"/>
          </a:p>
          <a:p>
            <a:endParaRPr lang="en-SI" sz="1800"/>
          </a:p>
        </p:txBody>
      </p:sp>
    </p:spTree>
    <p:extLst>
      <p:ext uri="{BB962C8B-B14F-4D97-AF65-F5344CB8AC3E}">
        <p14:creationId xmlns:p14="http://schemas.microsoft.com/office/powerpoint/2010/main" val="205295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476673"/>
            <a:ext cx="9144000" cy="1047328"/>
          </a:xfrm>
        </p:spPr>
        <p:txBody>
          <a:bodyPr/>
          <a:lstStyle/>
          <a:p>
            <a:r>
              <a:rPr lang="sl-SI" sz="4000"/>
              <a:t>Različni tipi samokodirnikov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sl-SI" sz="2000">
                <a:solidFill>
                  <a:srgbClr val="0070C0"/>
                </a:solidFill>
              </a:rPr>
              <a:t>Preprost samokodirnik</a:t>
            </a:r>
            <a:r>
              <a:rPr lang="sl-SI" sz="2000"/>
              <a:t> – AE (ang. autoencoder)</a:t>
            </a:r>
          </a:p>
          <a:p>
            <a:pPr lvl="1"/>
            <a:r>
              <a:rPr lang="sl-SI" sz="1600"/>
              <a:t>Linearni samokodirnik</a:t>
            </a:r>
          </a:p>
          <a:p>
            <a:pPr lvl="1"/>
            <a:r>
              <a:rPr lang="sl-SI" sz="1600"/>
              <a:t>Kodirnik in dekodirnik</a:t>
            </a:r>
          </a:p>
          <a:p>
            <a:r>
              <a:rPr lang="sl-SI" sz="2000">
                <a:solidFill>
                  <a:srgbClr val="0070C0"/>
                </a:solidFill>
              </a:rPr>
              <a:t>Globoki samokodirnik</a:t>
            </a:r>
            <a:r>
              <a:rPr lang="sl-SI" sz="2000"/>
              <a:t> – DAE (ang. deep autoencoder)</a:t>
            </a:r>
          </a:p>
          <a:p>
            <a:pPr lvl="1"/>
            <a:r>
              <a:rPr lang="sl-SI" sz="1600"/>
              <a:t>Več plasti v kodirniku in dekodirniku</a:t>
            </a:r>
            <a:endParaRPr lang="en-SI" sz="1000"/>
          </a:p>
          <a:p>
            <a:r>
              <a:rPr lang="sl-SI" sz="2000">
                <a:solidFill>
                  <a:srgbClr val="0070C0"/>
                </a:solidFill>
              </a:rPr>
              <a:t>ß-variacijski samokodirnik</a:t>
            </a:r>
            <a:r>
              <a:rPr lang="sl-SI" sz="2000"/>
              <a:t> – ß-VAE (ang. beta variational autoencoder)</a:t>
            </a:r>
          </a:p>
          <a:p>
            <a:pPr lvl="1"/>
            <a:r>
              <a:rPr lang="sl-SI" sz="1600"/>
              <a:t>Tvori </a:t>
            </a:r>
            <a:r>
              <a:rPr lang="sl-SI" sz="1600">
                <a:solidFill>
                  <a:srgbClr val="C00000"/>
                </a:solidFill>
              </a:rPr>
              <a:t>verjetnostno porazdelitev </a:t>
            </a:r>
            <a:r>
              <a:rPr lang="sl-SI" sz="1600"/>
              <a:t>latentne predstavitve</a:t>
            </a:r>
          </a:p>
          <a:p>
            <a:pPr lvl="1"/>
            <a:r>
              <a:rPr lang="sl-SI" sz="1600"/>
              <a:t>Izhod kodirnika sta vektorja srednjih vrednosti (</a:t>
            </a:r>
            <a:r>
              <a:rPr lang="el-GR" sz="1600"/>
              <a:t>μ</a:t>
            </a:r>
            <a:r>
              <a:rPr lang="sl-SI" sz="1600"/>
              <a:t>) in standardnih odklonov (</a:t>
            </a:r>
            <a:r>
              <a:rPr lang="el-GR" sz="1600"/>
              <a:t>σ</a:t>
            </a:r>
            <a:r>
              <a:rPr lang="sl-SI" sz="1600"/>
              <a:t>)</a:t>
            </a:r>
          </a:p>
          <a:p>
            <a:pPr lvl="1"/>
            <a:r>
              <a:rPr lang="sl-SI" sz="1600"/>
              <a:t>Vzorec iz verjetnostne porazdelitve je latentna predstavitev</a:t>
            </a:r>
          </a:p>
          <a:p>
            <a:pPr lvl="1"/>
            <a:r>
              <a:rPr lang="sl-SI" sz="1600">
                <a:solidFill>
                  <a:srgbClr val="C00000"/>
                </a:solidFill>
              </a:rPr>
              <a:t>Dekodirnik iz vzorčene latentne predstavitve izvede rekonstrukcijo vhoda</a:t>
            </a:r>
            <a:endParaRPr lang="en-SI" sz="1600">
              <a:solidFill>
                <a:srgbClr val="C00000"/>
              </a:solidFill>
            </a:endParaRPr>
          </a:p>
          <a:p>
            <a:endParaRPr lang="en-SI" sz="2000"/>
          </a:p>
          <a:p>
            <a:pPr marL="0" indent="0">
              <a:buNone/>
            </a:pPr>
            <a:endParaRPr lang="en-GB" sz="2000"/>
          </a:p>
        </p:txBody>
      </p:sp>
      <p:pic>
        <p:nvPicPr>
          <p:cNvPr id="6" name="Picture 5" descr="A diagram of a decoder&#10;&#10;AI-generated content may be incorrect.">
            <a:extLst>
              <a:ext uri="{FF2B5EF4-FFF2-40B4-BE49-F238E27FC236}">
                <a16:creationId xmlns:a16="http://schemas.microsoft.com/office/drawing/2014/main" id="{E588D06B-2269-679F-F59D-C1B2F0DDF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016" y="5106428"/>
            <a:ext cx="4283968" cy="166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93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7ABA1-4849-1887-C8EF-BA9EE22C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0C568-B2F7-3F79-2406-6D6A59BBA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C9FCC-7ED8-4CB1-234E-F6153660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err="1"/>
              <a:t>Cilj</a:t>
            </a:r>
            <a:r>
              <a:rPr lang="en-SI"/>
              <a:t> </a:t>
            </a:r>
            <a:r>
              <a:rPr lang="en-SI" err="1"/>
              <a:t>vaje</a:t>
            </a:r>
            <a:endParaRPr lang="sl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07F58-46A2-779B-E90C-728AA1136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en-SI" sz="2000"/>
              <a:t>Spoznati in preizkusiti </a:t>
            </a:r>
            <a:r>
              <a:rPr lang="en-SI" sz="2000">
                <a:solidFill>
                  <a:srgbClr val="0070C0"/>
                </a:solidFill>
              </a:rPr>
              <a:t>različne </a:t>
            </a:r>
            <a:r>
              <a:rPr lang="sl-SI" sz="2000">
                <a:solidFill>
                  <a:srgbClr val="0070C0"/>
                </a:solidFill>
              </a:rPr>
              <a:t>arhitekture samokodirnikov</a:t>
            </a:r>
            <a:endParaRPr lang="en-SI" sz="2000"/>
          </a:p>
          <a:p>
            <a:r>
              <a:rPr lang="sl-SI" sz="2000"/>
              <a:t>Aplicirati različne samokodirnike na problemu </a:t>
            </a:r>
            <a:r>
              <a:rPr lang="sl-SI" sz="2000">
                <a:solidFill>
                  <a:srgbClr val="0070C0"/>
                </a:solidFill>
              </a:rPr>
              <a:t>rekonstrukcije slik</a:t>
            </a:r>
          </a:p>
          <a:p>
            <a:r>
              <a:rPr lang="en-SI" sz="2000"/>
              <a:t>Preučiti </a:t>
            </a:r>
            <a:r>
              <a:rPr lang="en-SI" sz="2000">
                <a:solidFill>
                  <a:srgbClr val="0070C0"/>
                </a:solidFill>
              </a:rPr>
              <a:t>vpliv</a:t>
            </a:r>
            <a:r>
              <a:rPr lang="sl-SI" sz="2000">
                <a:solidFill>
                  <a:srgbClr val="0070C0"/>
                </a:solidFill>
              </a:rPr>
              <a:t>e parametrov na samokodirnike</a:t>
            </a:r>
          </a:p>
          <a:p>
            <a:r>
              <a:rPr lang="en-SI" sz="2000"/>
              <a:t>Spoznati se s </a:t>
            </a:r>
            <a:r>
              <a:rPr lang="en-SI" sz="2000">
                <a:solidFill>
                  <a:srgbClr val="0070C0"/>
                </a:solidFill>
              </a:rPr>
              <a:t>funkcijami izgube </a:t>
            </a:r>
            <a:r>
              <a:rPr lang="en-SI" sz="2000"/>
              <a:t>in </a:t>
            </a:r>
            <a:r>
              <a:rPr lang="en-SI" sz="2000">
                <a:solidFill>
                  <a:srgbClr val="0070C0"/>
                </a:solidFill>
              </a:rPr>
              <a:t>metrikami uspešnosti </a:t>
            </a:r>
            <a:r>
              <a:rPr lang="sl-SI" sz="2000"/>
              <a:t>pri različnih arhitekturah samokodirnikov</a:t>
            </a:r>
            <a:endParaRPr lang="en-SI" sz="2000"/>
          </a:p>
          <a:p>
            <a:endParaRPr lang="en-SI" sz="2000"/>
          </a:p>
        </p:txBody>
      </p:sp>
    </p:spTree>
    <p:extLst>
      <p:ext uri="{BB962C8B-B14F-4D97-AF65-F5344CB8AC3E}">
        <p14:creationId xmlns:p14="http://schemas.microsoft.com/office/powerpoint/2010/main" val="434891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476673"/>
            <a:ext cx="9144000" cy="1047328"/>
          </a:xfrm>
        </p:spPr>
        <p:txBody>
          <a:bodyPr/>
          <a:lstStyle/>
          <a:p>
            <a:r>
              <a:rPr lang="en-SI" err="1"/>
              <a:t>Izvedba</a:t>
            </a:r>
            <a:r>
              <a:rPr lang="en-SI"/>
              <a:t> </a:t>
            </a:r>
            <a:r>
              <a:rPr lang="en-SI" err="1"/>
              <a:t>vaje</a:t>
            </a:r>
            <a:endParaRPr lang="sl-SI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484784"/>
            <a:ext cx="9144000" cy="5184576"/>
          </a:xfrm>
        </p:spPr>
        <p:txBody>
          <a:bodyPr/>
          <a:lstStyle/>
          <a:p>
            <a:r>
              <a:rPr lang="sl-SI" sz="2000">
                <a:solidFill>
                  <a:srgbClr val="0070C0"/>
                </a:solidFill>
              </a:rPr>
              <a:t>Rekonstrukcija</a:t>
            </a:r>
            <a:r>
              <a:rPr lang="sl-SI" sz="2000"/>
              <a:t> slik in </a:t>
            </a:r>
            <a:r>
              <a:rPr lang="sl-SI" sz="2000">
                <a:solidFill>
                  <a:srgbClr val="0070C0"/>
                </a:solidFill>
              </a:rPr>
              <a:t>primerjava</a:t>
            </a:r>
            <a:r>
              <a:rPr lang="sl-SI" sz="2000"/>
              <a:t> z izvornimi slikami</a:t>
            </a:r>
          </a:p>
          <a:p>
            <a:r>
              <a:rPr lang="sl-SI" sz="2000"/>
              <a:t>Podatkovne zbirke </a:t>
            </a:r>
            <a:r>
              <a:rPr lang="sl-SI" sz="2000">
                <a:solidFill>
                  <a:srgbClr val="0070C0"/>
                </a:solidFill>
              </a:rPr>
              <a:t>MNIST</a:t>
            </a:r>
            <a:r>
              <a:rPr lang="sl-SI" sz="2000"/>
              <a:t>, </a:t>
            </a:r>
            <a:r>
              <a:rPr lang="sl-SI" sz="2000">
                <a:solidFill>
                  <a:srgbClr val="0070C0"/>
                </a:solidFill>
              </a:rPr>
              <a:t>FashionMNIST</a:t>
            </a:r>
            <a:r>
              <a:rPr lang="sl-SI" sz="2000"/>
              <a:t> in </a:t>
            </a:r>
            <a:r>
              <a:rPr lang="sl-SI" sz="2000">
                <a:solidFill>
                  <a:srgbClr val="0070C0"/>
                </a:solidFill>
              </a:rPr>
              <a:t>CIFAR10</a:t>
            </a:r>
            <a:endParaRPr lang="en-SI" sz="2000">
              <a:solidFill>
                <a:srgbClr val="0070C0"/>
              </a:solidFill>
            </a:endParaRPr>
          </a:p>
          <a:p>
            <a:r>
              <a:rPr lang="sl-SI" sz="2000"/>
              <a:t>Bodite pozorni pri obliki podatkov!</a:t>
            </a:r>
          </a:p>
          <a:p>
            <a:pPr lvl="1"/>
            <a:r>
              <a:rPr lang="sl-SI" sz="1600"/>
              <a:t>Podatkovne zbirke MNIST, FashionMNIST in CIFAR10 </a:t>
            </a:r>
            <a:r>
              <a:rPr lang="sl-SI" sz="1600">
                <a:solidFill>
                  <a:srgbClr val="C00000"/>
                </a:solidFill>
              </a:rPr>
              <a:t>nimajo enotnega formata</a:t>
            </a:r>
          </a:p>
          <a:p>
            <a:r>
              <a:rPr lang="sl-SI" sz="2000"/>
              <a:t>Ogrodje PyTorch</a:t>
            </a:r>
          </a:p>
          <a:p>
            <a:pPr lvl="1"/>
            <a:r>
              <a:rPr lang="sl-SI" sz="1600"/>
              <a:t>torchvision.datasets, torchvision.transforms</a:t>
            </a:r>
          </a:p>
          <a:p>
            <a:pPr lvl="1"/>
            <a:r>
              <a:rPr lang="sl-SI" sz="1600"/>
              <a:t>torch.utils.data.DataLoader</a:t>
            </a:r>
          </a:p>
          <a:p>
            <a:endParaRPr lang="sl-SI" sz="2000"/>
          </a:p>
          <a:p>
            <a:r>
              <a:rPr lang="sl-SI" sz="2000"/>
              <a:t>Primerjava rekonstruiranih slik</a:t>
            </a:r>
          </a:p>
          <a:p>
            <a:endParaRPr lang="en-SI" sz="2000"/>
          </a:p>
          <a:p>
            <a:pPr marL="0" indent="0">
              <a:buNone/>
            </a:pPr>
            <a:endParaRPr lang="en-GB" sz="2000"/>
          </a:p>
        </p:txBody>
      </p:sp>
      <p:pic>
        <p:nvPicPr>
          <p:cNvPr id="6" name="Picture 5" descr="A black and white image of numbers&#10;&#10;AI-generated content may be incorrect.">
            <a:extLst>
              <a:ext uri="{FF2B5EF4-FFF2-40B4-BE49-F238E27FC236}">
                <a16:creationId xmlns:a16="http://schemas.microsoft.com/office/drawing/2014/main" id="{61B4D637-F215-F4DD-E72A-549B2C99A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575" y="4941168"/>
            <a:ext cx="4434849" cy="130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95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53B6-5DE9-D24B-4070-52EFD5CA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7002ED-87F2-21BB-7A1A-1720A677E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00E04C-D31B-ED3D-ED62-F5F3ECE8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/>
              <a:t>Sklop V</a:t>
            </a:r>
            <a:r>
              <a:rPr lang="sl-SI"/>
              <a:t>2</a:t>
            </a:r>
            <a:r>
              <a:rPr lang="en-SI"/>
              <a:t>.1</a:t>
            </a:r>
            <a:endParaRPr lang="sl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0B581-509F-41C9-B2A6-1C27746E6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sl-SI" sz="2000">
                <a:solidFill>
                  <a:srgbClr val="000000"/>
                </a:solidFill>
              </a:rPr>
              <a:t>Podatkovna zbirka MNIST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Vhodna slika dimenzije </a:t>
            </a:r>
            <a:r>
              <a:rPr lang="sl-SI" sz="1600">
                <a:solidFill>
                  <a:srgbClr val="0070C0"/>
                </a:solidFill>
              </a:rPr>
              <a:t>28x28</a:t>
            </a:r>
            <a:r>
              <a:rPr lang="sl-SI" sz="1600">
                <a:solidFill>
                  <a:srgbClr val="000000"/>
                </a:solidFill>
              </a:rPr>
              <a:t> </a:t>
            </a:r>
          </a:p>
          <a:p>
            <a:r>
              <a:rPr lang="sl-SI" sz="2000">
                <a:solidFill>
                  <a:srgbClr val="C00000"/>
                </a:solidFill>
              </a:rPr>
              <a:t>Osnovni samokodirnik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Preslikava na dimenzijo </a:t>
            </a:r>
            <a:r>
              <a:rPr lang="sl-SI" sz="1600">
                <a:solidFill>
                  <a:srgbClr val="0070C0"/>
                </a:solidFill>
              </a:rPr>
              <a:t>256</a:t>
            </a:r>
            <a:r>
              <a:rPr lang="sl-SI" sz="1600">
                <a:solidFill>
                  <a:srgbClr val="000000"/>
                </a:solidFill>
              </a:rPr>
              <a:t>, latentni prostor naj bo dimenzije </a:t>
            </a:r>
            <a:r>
              <a:rPr lang="sl-SI" sz="1600">
                <a:solidFill>
                  <a:srgbClr val="0070C0"/>
                </a:solidFill>
              </a:rPr>
              <a:t>32</a:t>
            </a:r>
            <a:r>
              <a:rPr lang="sl-SI" sz="1600">
                <a:solidFill>
                  <a:srgbClr val="000000"/>
                </a:solidFill>
              </a:rPr>
              <a:t> </a:t>
            </a:r>
            <a:r>
              <a:rPr lang="sl-SI" sz="1600">
                <a:solidFill>
                  <a:srgbClr val="C00000"/>
                </a:solidFill>
              </a:rPr>
              <a:t>(kodirnik)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Preslikava iz latentnega prostora na dimenzijo </a:t>
            </a:r>
            <a:r>
              <a:rPr lang="sl-SI" sz="1600">
                <a:solidFill>
                  <a:srgbClr val="0070C0"/>
                </a:solidFill>
              </a:rPr>
              <a:t>28x28</a:t>
            </a:r>
            <a:r>
              <a:rPr lang="sl-SI" sz="1600">
                <a:solidFill>
                  <a:srgbClr val="000000"/>
                </a:solidFill>
              </a:rPr>
              <a:t> </a:t>
            </a:r>
            <a:r>
              <a:rPr lang="sl-SI" sz="1600">
                <a:solidFill>
                  <a:srgbClr val="C00000"/>
                </a:solidFill>
              </a:rPr>
              <a:t>(dekodirnik)</a:t>
            </a:r>
          </a:p>
          <a:p>
            <a:r>
              <a:rPr lang="sl-SI" sz="2000">
                <a:solidFill>
                  <a:srgbClr val="000000"/>
                </a:solidFill>
              </a:rPr>
              <a:t>Kodirnik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aktivacijska funkcija </a:t>
            </a:r>
            <a:r>
              <a:rPr lang="sl-SI" sz="1600">
                <a:solidFill>
                  <a:srgbClr val="0070C0"/>
                </a:solidFill>
              </a:rPr>
              <a:t>ReLU</a:t>
            </a:r>
          </a:p>
          <a:p>
            <a:r>
              <a:rPr lang="sl-SI" sz="2000">
                <a:solidFill>
                  <a:srgbClr val="000000"/>
                </a:solidFill>
              </a:rPr>
              <a:t>Dekodirnik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aktivacijska funkcija </a:t>
            </a:r>
            <a:r>
              <a:rPr lang="sl-SI" sz="1600">
                <a:solidFill>
                  <a:srgbClr val="0070C0"/>
                </a:solidFill>
              </a:rPr>
              <a:t>ReLU</a:t>
            </a:r>
            <a:r>
              <a:rPr lang="sl-SI" sz="1600">
                <a:solidFill>
                  <a:srgbClr val="000000"/>
                </a:solidFill>
              </a:rPr>
              <a:t> in </a:t>
            </a:r>
            <a:r>
              <a:rPr lang="sl-SI" sz="1600">
                <a:solidFill>
                  <a:srgbClr val="0070C0"/>
                </a:solidFill>
              </a:rPr>
              <a:t>sigmoidna</a:t>
            </a:r>
            <a:r>
              <a:rPr lang="sl-SI" sz="1600">
                <a:solidFill>
                  <a:srgbClr val="000000"/>
                </a:solidFill>
              </a:rPr>
              <a:t> aktivacijska funkcija za izhod</a:t>
            </a:r>
          </a:p>
          <a:p>
            <a:r>
              <a:rPr lang="sl-SI" sz="2000" err="1">
                <a:solidFill>
                  <a:srgbClr val="000000"/>
                </a:solidFill>
              </a:rPr>
              <a:t>Samokodirnik</a:t>
            </a:r>
            <a:r>
              <a:rPr lang="sl-SI" sz="2000">
                <a:solidFill>
                  <a:srgbClr val="000000"/>
                </a:solidFill>
              </a:rPr>
              <a:t> učite </a:t>
            </a:r>
            <a:r>
              <a:rPr lang="sl-SI" sz="2000">
                <a:solidFill>
                  <a:srgbClr val="C00000"/>
                </a:solidFill>
              </a:rPr>
              <a:t>50 epoh</a:t>
            </a:r>
            <a:r>
              <a:rPr lang="sl-SI" sz="2000"/>
              <a:t> in podajte primerjavo z izvornimi slikami</a:t>
            </a:r>
          </a:p>
          <a:p>
            <a:pPr lvl="1"/>
            <a:r>
              <a:rPr lang="sl-SI" sz="1600"/>
              <a:t>Funkcija izgube naj bo </a:t>
            </a:r>
            <a:r>
              <a:rPr lang="sl-SI" sz="1600">
                <a:solidFill>
                  <a:srgbClr val="0070C0"/>
                </a:solidFill>
              </a:rPr>
              <a:t>povprečna kvadratna napaka</a:t>
            </a:r>
            <a:r>
              <a:rPr lang="sl-SI" sz="1600"/>
              <a:t> (MSE)</a:t>
            </a:r>
          </a:p>
          <a:p>
            <a:pPr lvl="1"/>
            <a:r>
              <a:rPr lang="sl-SI" sz="1600"/>
              <a:t>Priložite graf funkcije izgube med učenjem za učno in validacijsko množico</a:t>
            </a:r>
          </a:p>
          <a:p>
            <a:endParaRPr lang="en-SI" sz="2000">
              <a:solidFill>
                <a:srgbClr val="000000"/>
              </a:solidFill>
            </a:endParaRPr>
          </a:p>
          <a:p>
            <a:r>
              <a:rPr lang="en-SI" sz="2000" b="1">
                <a:solidFill>
                  <a:srgbClr val="C00000"/>
                </a:solidFill>
              </a:rPr>
              <a:t>Sklop V</a:t>
            </a:r>
            <a:r>
              <a:rPr lang="sl-SI" sz="2000" b="1">
                <a:solidFill>
                  <a:srgbClr val="C00000"/>
                </a:solidFill>
              </a:rPr>
              <a:t>2</a:t>
            </a:r>
            <a:r>
              <a:rPr lang="en-SI" sz="2000" b="1">
                <a:solidFill>
                  <a:srgbClr val="C00000"/>
                </a:solidFill>
              </a:rPr>
              <a:t>.1 je obvezen za zagovor in je vreden 50 točk!</a:t>
            </a:r>
          </a:p>
          <a:p>
            <a:endParaRPr lang="en-SI" sz="2000">
              <a:solidFill>
                <a:srgbClr val="0070C0"/>
              </a:solidFill>
            </a:endParaRPr>
          </a:p>
          <a:p>
            <a:endParaRPr lang="en-SI" sz="2000"/>
          </a:p>
        </p:txBody>
      </p:sp>
    </p:spTree>
    <p:extLst>
      <p:ext uri="{BB962C8B-B14F-4D97-AF65-F5344CB8AC3E}">
        <p14:creationId xmlns:p14="http://schemas.microsoft.com/office/powerpoint/2010/main" val="2367845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9E73D-2B00-0A7A-34A8-A4679D9F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8F5F28-6758-70E4-DCF7-F3ABAD3B2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6F0033-7D10-7D14-9338-1CFCF7C7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/>
              <a:t>Sklop V</a:t>
            </a:r>
            <a:r>
              <a:rPr lang="sl-SI"/>
              <a:t>2</a:t>
            </a:r>
            <a:r>
              <a:rPr lang="en-SI"/>
              <a:t>.</a:t>
            </a:r>
            <a:r>
              <a:rPr lang="sl-SI"/>
              <a:t>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F5B50-5427-7DB9-7DFA-D5C4BC567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sl-SI" sz="2000">
                <a:solidFill>
                  <a:srgbClr val="000000"/>
                </a:solidFill>
              </a:rPr>
              <a:t>Podatkovna zbirka MNIST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Vhodna slika dimenzije </a:t>
            </a:r>
            <a:r>
              <a:rPr lang="sl-SI" sz="1600">
                <a:solidFill>
                  <a:srgbClr val="0070C0"/>
                </a:solidFill>
              </a:rPr>
              <a:t>28x28</a:t>
            </a:r>
            <a:r>
              <a:rPr lang="sl-SI" sz="1600">
                <a:solidFill>
                  <a:srgbClr val="000000"/>
                </a:solidFill>
              </a:rPr>
              <a:t> </a:t>
            </a:r>
          </a:p>
          <a:p>
            <a:r>
              <a:rPr lang="sl-SI" sz="2000">
                <a:solidFill>
                  <a:srgbClr val="C00000"/>
                </a:solidFill>
              </a:rPr>
              <a:t>Globoki samokodirnik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Dve plasti v kodirniku in dekodirniku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Prva plast dimenzije 512, druga plast dimenzije 256 (kodirnik; obratno za dekodirnik)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Latentni prostor dimenzije 32</a:t>
            </a:r>
          </a:p>
          <a:p>
            <a:r>
              <a:rPr lang="sl-SI" sz="2000">
                <a:solidFill>
                  <a:srgbClr val="000000"/>
                </a:solidFill>
              </a:rPr>
              <a:t>Kodirnik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aktivacijska funkcija </a:t>
            </a:r>
            <a:r>
              <a:rPr lang="sl-SI" sz="1600">
                <a:solidFill>
                  <a:srgbClr val="0070C0"/>
                </a:solidFill>
              </a:rPr>
              <a:t>ReLU</a:t>
            </a:r>
          </a:p>
          <a:p>
            <a:r>
              <a:rPr lang="sl-SI" sz="2000">
                <a:solidFill>
                  <a:srgbClr val="000000"/>
                </a:solidFill>
              </a:rPr>
              <a:t>Dekodirnik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aktivacijska funkcija </a:t>
            </a:r>
            <a:r>
              <a:rPr lang="sl-SI" sz="1600">
                <a:solidFill>
                  <a:srgbClr val="0070C0"/>
                </a:solidFill>
              </a:rPr>
              <a:t>ReLU</a:t>
            </a:r>
            <a:r>
              <a:rPr lang="sl-SI" sz="1600">
                <a:solidFill>
                  <a:srgbClr val="000000"/>
                </a:solidFill>
              </a:rPr>
              <a:t> in </a:t>
            </a:r>
            <a:r>
              <a:rPr lang="sl-SI" sz="1600">
                <a:solidFill>
                  <a:srgbClr val="0070C0"/>
                </a:solidFill>
              </a:rPr>
              <a:t>sigmoidna</a:t>
            </a:r>
            <a:r>
              <a:rPr lang="sl-SI" sz="1600">
                <a:solidFill>
                  <a:srgbClr val="000000"/>
                </a:solidFill>
              </a:rPr>
              <a:t> aktivacijska funkcija za izhod</a:t>
            </a:r>
          </a:p>
          <a:p>
            <a:r>
              <a:rPr lang="sl-SI" sz="2000">
                <a:solidFill>
                  <a:srgbClr val="000000"/>
                </a:solidFill>
              </a:rPr>
              <a:t>Samokodirnik učite </a:t>
            </a:r>
            <a:r>
              <a:rPr lang="sl-SI" sz="2000">
                <a:solidFill>
                  <a:srgbClr val="C00000"/>
                </a:solidFill>
              </a:rPr>
              <a:t>50 epoh</a:t>
            </a:r>
            <a:r>
              <a:rPr lang="sl-SI" sz="2000"/>
              <a:t> in podajte primerjavo z izvornimi slikami in V2.1</a:t>
            </a:r>
          </a:p>
          <a:p>
            <a:pPr lvl="1"/>
            <a:r>
              <a:rPr lang="sl-SI" sz="1600"/>
              <a:t>Funkcija izgube naj bo </a:t>
            </a:r>
            <a:r>
              <a:rPr lang="sl-SI" sz="1600">
                <a:solidFill>
                  <a:srgbClr val="0070C0"/>
                </a:solidFill>
              </a:rPr>
              <a:t>povprečna kvadratna napaka</a:t>
            </a:r>
            <a:r>
              <a:rPr lang="sl-SI" sz="1600"/>
              <a:t> (MSE)</a:t>
            </a:r>
          </a:p>
          <a:p>
            <a:pPr lvl="1"/>
            <a:r>
              <a:rPr lang="sl-SI" sz="1600"/>
              <a:t>Priložite graf funkcije izgube med učenjem za učno in validacijsko množico</a:t>
            </a:r>
          </a:p>
          <a:p>
            <a:endParaRPr lang="sl-SI" sz="2000" b="1">
              <a:solidFill>
                <a:srgbClr val="C00000"/>
              </a:solidFill>
            </a:endParaRPr>
          </a:p>
          <a:p>
            <a:r>
              <a:rPr lang="en-SI" sz="2000">
                <a:solidFill>
                  <a:srgbClr val="000000"/>
                </a:solidFill>
              </a:rPr>
              <a:t>Sklop V</a:t>
            </a:r>
            <a:r>
              <a:rPr lang="sl-SI" sz="2000">
                <a:solidFill>
                  <a:srgbClr val="000000"/>
                </a:solidFill>
              </a:rPr>
              <a:t>2</a:t>
            </a:r>
            <a:r>
              <a:rPr lang="en-SI" sz="2000">
                <a:solidFill>
                  <a:srgbClr val="000000"/>
                </a:solidFill>
              </a:rPr>
              <a:t>.</a:t>
            </a:r>
            <a:r>
              <a:rPr lang="sl-SI" sz="2000">
                <a:solidFill>
                  <a:srgbClr val="000000"/>
                </a:solidFill>
              </a:rPr>
              <a:t>2</a:t>
            </a:r>
            <a:r>
              <a:rPr lang="en-SI" sz="2000">
                <a:solidFill>
                  <a:srgbClr val="000000"/>
                </a:solidFill>
              </a:rPr>
              <a:t> je vreden </a:t>
            </a:r>
            <a:r>
              <a:rPr lang="en-SI" sz="2000">
                <a:solidFill>
                  <a:srgbClr val="0070C0"/>
                </a:solidFill>
              </a:rPr>
              <a:t>10 točk</a:t>
            </a:r>
          </a:p>
          <a:p>
            <a:endParaRPr lang="en-SI" sz="2000">
              <a:solidFill>
                <a:srgbClr val="0070C0"/>
              </a:solidFill>
            </a:endParaRPr>
          </a:p>
          <a:p>
            <a:endParaRPr lang="en-SI" sz="2000"/>
          </a:p>
        </p:txBody>
      </p:sp>
    </p:spTree>
    <p:extLst>
      <p:ext uri="{BB962C8B-B14F-4D97-AF65-F5344CB8AC3E}">
        <p14:creationId xmlns:p14="http://schemas.microsoft.com/office/powerpoint/2010/main" val="1373275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A3D45-738D-9F1E-0907-E0EAF4C57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1DADA3-E574-457C-45FD-220511D77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E27533-BECA-60A2-DD96-074808BFB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/>
              <a:t>Sklop V</a:t>
            </a:r>
            <a:r>
              <a:rPr lang="sl-SI"/>
              <a:t>2</a:t>
            </a:r>
            <a:r>
              <a:rPr lang="en-SI"/>
              <a:t>.</a:t>
            </a:r>
            <a:r>
              <a:rPr lang="sl-SI"/>
              <a:t>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775CC-635C-CB85-81B6-551118926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sl-SI" sz="2000">
                <a:solidFill>
                  <a:srgbClr val="000000"/>
                </a:solidFill>
              </a:rPr>
              <a:t>Podatkovna zbirka MNIST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Vhodna slika dimenzije </a:t>
            </a:r>
            <a:r>
              <a:rPr lang="sl-SI" sz="1600">
                <a:solidFill>
                  <a:srgbClr val="0070C0"/>
                </a:solidFill>
              </a:rPr>
              <a:t>28x28</a:t>
            </a:r>
            <a:r>
              <a:rPr lang="sl-SI" sz="1600">
                <a:solidFill>
                  <a:srgbClr val="000000"/>
                </a:solidFill>
              </a:rPr>
              <a:t> </a:t>
            </a:r>
          </a:p>
          <a:p>
            <a:r>
              <a:rPr lang="sl-SI" sz="2000">
                <a:solidFill>
                  <a:srgbClr val="C00000"/>
                </a:solidFill>
              </a:rPr>
              <a:t>ß-variacijski samokodirnik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Ustrezna implementacija plasti s srednjimi vrednostmi </a:t>
            </a:r>
            <a:r>
              <a:rPr lang="sl-SI" sz="1600"/>
              <a:t>(</a:t>
            </a:r>
            <a:r>
              <a:rPr lang="el-GR" sz="1600"/>
              <a:t>μ</a:t>
            </a:r>
            <a:r>
              <a:rPr lang="sl-SI" sz="1600"/>
              <a:t>) in standardnih odklonov (</a:t>
            </a:r>
            <a:r>
              <a:rPr lang="el-GR" sz="1600"/>
              <a:t>σ</a:t>
            </a:r>
            <a:r>
              <a:rPr lang="sl-SI" sz="1600"/>
              <a:t>)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Prva plast dimenzije 512, latentni prostor dimenzije 32 (kodirnik; obratno za dekodirnik)</a:t>
            </a:r>
          </a:p>
          <a:p>
            <a:r>
              <a:rPr lang="sl-SI" sz="2000">
                <a:solidFill>
                  <a:srgbClr val="000000"/>
                </a:solidFill>
              </a:rPr>
              <a:t>Kodirnik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aktivacijska funkcija </a:t>
            </a:r>
            <a:r>
              <a:rPr lang="sl-SI" sz="1600">
                <a:solidFill>
                  <a:srgbClr val="0070C0"/>
                </a:solidFill>
              </a:rPr>
              <a:t>ReLU</a:t>
            </a:r>
          </a:p>
          <a:p>
            <a:r>
              <a:rPr lang="sl-SI" sz="2000">
                <a:solidFill>
                  <a:srgbClr val="000000"/>
                </a:solidFill>
              </a:rPr>
              <a:t>Dekodirnik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aktivacijska funkcija </a:t>
            </a:r>
            <a:r>
              <a:rPr lang="sl-SI" sz="1600">
                <a:solidFill>
                  <a:srgbClr val="0070C0"/>
                </a:solidFill>
              </a:rPr>
              <a:t>ReLU</a:t>
            </a:r>
            <a:r>
              <a:rPr lang="sl-SI" sz="1600">
                <a:solidFill>
                  <a:srgbClr val="000000"/>
                </a:solidFill>
              </a:rPr>
              <a:t> in </a:t>
            </a:r>
            <a:r>
              <a:rPr lang="sl-SI" sz="1600">
                <a:solidFill>
                  <a:srgbClr val="0070C0"/>
                </a:solidFill>
              </a:rPr>
              <a:t>sigmoidna</a:t>
            </a:r>
            <a:r>
              <a:rPr lang="sl-SI" sz="1600">
                <a:solidFill>
                  <a:srgbClr val="000000"/>
                </a:solidFill>
              </a:rPr>
              <a:t> aktivacijska funkcija za izhod</a:t>
            </a:r>
          </a:p>
          <a:p>
            <a:r>
              <a:rPr lang="sl-SI" sz="2000">
                <a:solidFill>
                  <a:srgbClr val="000000"/>
                </a:solidFill>
              </a:rPr>
              <a:t>Samokodirnik učite </a:t>
            </a:r>
            <a:r>
              <a:rPr lang="sl-SI" sz="2000">
                <a:solidFill>
                  <a:srgbClr val="C00000"/>
                </a:solidFill>
              </a:rPr>
              <a:t>50 epoh</a:t>
            </a:r>
            <a:r>
              <a:rPr lang="sl-SI" sz="2000"/>
              <a:t> in podajte primerjavo z izvornimi slikami, V2.1 in V2.2</a:t>
            </a:r>
          </a:p>
          <a:p>
            <a:pPr lvl="1"/>
            <a:r>
              <a:rPr lang="sl-SI" sz="1600"/>
              <a:t>Funkcija izgube naj bo </a:t>
            </a:r>
            <a:r>
              <a:rPr lang="sl-SI" sz="1600">
                <a:solidFill>
                  <a:srgbClr val="0070C0"/>
                </a:solidFill>
              </a:rPr>
              <a:t>Kullback-Leiblerjeva divergenca </a:t>
            </a:r>
            <a:r>
              <a:rPr lang="sl-SI" sz="1600">
                <a:solidFill>
                  <a:schemeClr val="tx1">
                    <a:lumMod val="95000"/>
                    <a:lumOff val="5000"/>
                  </a:schemeClr>
                </a:solidFill>
              </a:rPr>
              <a:t>(ang. KL-divergence); </a:t>
            </a:r>
            <a:r>
              <a:rPr lang="sl-SI" sz="1600">
                <a:solidFill>
                  <a:srgbClr val="C00000"/>
                </a:solidFill>
              </a:rPr>
              <a:t>parameter ß=1.0</a:t>
            </a:r>
          </a:p>
          <a:p>
            <a:pPr lvl="1"/>
            <a:r>
              <a:rPr lang="sl-SI" sz="1600"/>
              <a:t>Priložite graf funkcije izgube med učenjem za učno in validacijsko množico</a:t>
            </a:r>
          </a:p>
          <a:p>
            <a:endParaRPr lang="sl-SI" sz="2000" b="1">
              <a:solidFill>
                <a:srgbClr val="C00000"/>
              </a:solidFill>
            </a:endParaRPr>
          </a:p>
          <a:p>
            <a:r>
              <a:rPr lang="en-SI" sz="2000">
                <a:solidFill>
                  <a:srgbClr val="000000"/>
                </a:solidFill>
              </a:rPr>
              <a:t>Sklop V</a:t>
            </a:r>
            <a:r>
              <a:rPr lang="sl-SI" sz="2000">
                <a:solidFill>
                  <a:srgbClr val="000000"/>
                </a:solidFill>
              </a:rPr>
              <a:t>2</a:t>
            </a:r>
            <a:r>
              <a:rPr lang="en-SI" sz="2000">
                <a:solidFill>
                  <a:srgbClr val="000000"/>
                </a:solidFill>
              </a:rPr>
              <a:t>.</a:t>
            </a:r>
            <a:r>
              <a:rPr lang="sl-SI" sz="2000">
                <a:solidFill>
                  <a:srgbClr val="000000"/>
                </a:solidFill>
              </a:rPr>
              <a:t>3</a:t>
            </a:r>
            <a:r>
              <a:rPr lang="en-SI" sz="2000">
                <a:solidFill>
                  <a:srgbClr val="000000"/>
                </a:solidFill>
              </a:rPr>
              <a:t> je vreden </a:t>
            </a:r>
            <a:r>
              <a:rPr lang="en-SI" sz="2000">
                <a:solidFill>
                  <a:srgbClr val="0070C0"/>
                </a:solidFill>
              </a:rPr>
              <a:t>10 točk</a:t>
            </a:r>
          </a:p>
          <a:p>
            <a:endParaRPr lang="en-SI" sz="2000">
              <a:solidFill>
                <a:srgbClr val="0070C0"/>
              </a:solidFill>
            </a:endParaRPr>
          </a:p>
          <a:p>
            <a:endParaRPr lang="en-SI" sz="2000"/>
          </a:p>
        </p:txBody>
      </p:sp>
    </p:spTree>
    <p:extLst>
      <p:ext uri="{BB962C8B-B14F-4D97-AF65-F5344CB8AC3E}">
        <p14:creationId xmlns:p14="http://schemas.microsoft.com/office/powerpoint/2010/main" val="2858556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B25F8-03E3-0286-B274-5F3163A6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FF57E-03E9-1014-CDBB-EAC079088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DCC15E-DA08-D8AE-5F21-2D90F2904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/>
              <a:t>Sklop V</a:t>
            </a:r>
            <a:r>
              <a:rPr lang="sl-SI"/>
              <a:t>2</a:t>
            </a:r>
            <a:r>
              <a:rPr lang="en-SI"/>
              <a:t>.</a:t>
            </a:r>
            <a:r>
              <a:rPr lang="sl-SI"/>
              <a:t>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BA652-AE41-DBC0-4593-BB845D070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sl-SI" sz="2000">
                <a:solidFill>
                  <a:srgbClr val="000000"/>
                </a:solidFill>
              </a:rPr>
              <a:t>V2.1, V2.2 in V2.3 dopolnite z logiko </a:t>
            </a:r>
            <a:r>
              <a:rPr lang="sl-SI" sz="2000">
                <a:solidFill>
                  <a:srgbClr val="C00000"/>
                </a:solidFill>
              </a:rPr>
              <a:t>predčasnega ustavljanja učenja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ang. early-stopping condition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Učenje se </a:t>
            </a:r>
            <a:r>
              <a:rPr lang="sl-SI" sz="1600">
                <a:solidFill>
                  <a:srgbClr val="C00000"/>
                </a:solidFill>
              </a:rPr>
              <a:t>prekine</a:t>
            </a:r>
            <a:r>
              <a:rPr lang="sl-SI" sz="1600">
                <a:solidFill>
                  <a:srgbClr val="000000"/>
                </a:solidFill>
              </a:rPr>
              <a:t>, če se v </a:t>
            </a:r>
            <a:r>
              <a:rPr lang="sl-SI" sz="1600">
                <a:solidFill>
                  <a:srgbClr val="0070C0"/>
                </a:solidFill>
              </a:rPr>
              <a:t>zadnjih 5 epohah </a:t>
            </a:r>
            <a:r>
              <a:rPr lang="sl-SI" sz="1600">
                <a:solidFill>
                  <a:srgbClr val="000000"/>
                </a:solidFill>
              </a:rPr>
              <a:t>vrednost funkcije izgube za validacijo ne spremeni</a:t>
            </a:r>
            <a:endParaRPr lang="sl-SI" sz="1200">
              <a:solidFill>
                <a:srgbClr val="000000"/>
              </a:solidFill>
            </a:endParaRPr>
          </a:p>
          <a:p>
            <a:endParaRPr lang="sl-SI" sz="2000"/>
          </a:p>
          <a:p>
            <a:r>
              <a:rPr lang="sl-SI" sz="2000"/>
              <a:t>V2.1, V2.2 in V2.3 zaženite na podatkovnih zbirkah </a:t>
            </a:r>
            <a:r>
              <a:rPr lang="sl-SI" sz="2000">
                <a:solidFill>
                  <a:srgbClr val="0070C0"/>
                </a:solidFill>
              </a:rPr>
              <a:t>FashionMNIST</a:t>
            </a:r>
            <a:r>
              <a:rPr lang="sl-SI" sz="2000"/>
              <a:t> in </a:t>
            </a:r>
            <a:r>
              <a:rPr lang="sl-SI" sz="2000">
                <a:solidFill>
                  <a:srgbClr val="0070C0"/>
                </a:solidFill>
              </a:rPr>
              <a:t>CIFAR10</a:t>
            </a:r>
          </a:p>
          <a:p>
            <a:pPr lvl="1"/>
            <a:r>
              <a:rPr lang="sl-SI" sz="1600">
                <a:solidFill>
                  <a:srgbClr val="C00000"/>
                </a:solidFill>
              </a:rPr>
              <a:t>Bodite pozorni na dimenzije vhodov!</a:t>
            </a:r>
          </a:p>
          <a:p>
            <a:pPr lvl="1"/>
            <a:r>
              <a:rPr lang="sl-SI" sz="1600">
                <a:solidFill>
                  <a:srgbClr val="C00000"/>
                </a:solidFill>
              </a:rPr>
              <a:t>CIFAR10:</a:t>
            </a:r>
            <a:r>
              <a:rPr lang="sl-SI" sz="1600"/>
              <a:t> latentni prostor dimenzije </a:t>
            </a:r>
            <a:r>
              <a:rPr lang="sl-SI" sz="1600">
                <a:solidFill>
                  <a:srgbClr val="0070C0"/>
                </a:solidFill>
              </a:rPr>
              <a:t>64</a:t>
            </a:r>
            <a:r>
              <a:rPr lang="sl-SI" sz="1600"/>
              <a:t>, upoštevajte dimenzije vhodnih slik!</a:t>
            </a:r>
          </a:p>
          <a:p>
            <a:endParaRPr lang="sl-SI" sz="2000">
              <a:solidFill>
                <a:srgbClr val="000000"/>
              </a:solidFill>
            </a:endParaRPr>
          </a:p>
          <a:p>
            <a:r>
              <a:rPr lang="sl-SI" sz="2000">
                <a:solidFill>
                  <a:srgbClr val="000000"/>
                </a:solidFill>
              </a:rPr>
              <a:t>Samokodirnike učite </a:t>
            </a:r>
            <a:r>
              <a:rPr lang="sl-SI" sz="2000">
                <a:solidFill>
                  <a:srgbClr val="C00000"/>
                </a:solidFill>
              </a:rPr>
              <a:t>50 epoh</a:t>
            </a:r>
            <a:r>
              <a:rPr lang="sl-SI" sz="2000"/>
              <a:t> in podajte primerjavo z izvornimi slikami</a:t>
            </a:r>
          </a:p>
          <a:p>
            <a:pPr lvl="1"/>
            <a:r>
              <a:rPr lang="sl-SI" sz="1600">
                <a:solidFill>
                  <a:srgbClr val="C00000"/>
                </a:solidFill>
              </a:rPr>
              <a:t>Pri ß-VAE nastavite parameter ß=1.0</a:t>
            </a:r>
          </a:p>
          <a:p>
            <a:pPr lvl="1"/>
            <a:r>
              <a:rPr lang="sl-SI" sz="1600"/>
              <a:t>Priložite graf funkcije izgube med učenjem za učno in validacijsko množico</a:t>
            </a:r>
          </a:p>
          <a:p>
            <a:endParaRPr lang="sl-SI" sz="2000" b="1">
              <a:solidFill>
                <a:srgbClr val="C00000"/>
              </a:solidFill>
            </a:endParaRPr>
          </a:p>
          <a:p>
            <a:r>
              <a:rPr lang="en-SI" sz="2000">
                <a:solidFill>
                  <a:srgbClr val="000000"/>
                </a:solidFill>
              </a:rPr>
              <a:t>Sklop V</a:t>
            </a:r>
            <a:r>
              <a:rPr lang="sl-SI" sz="2000">
                <a:solidFill>
                  <a:srgbClr val="000000"/>
                </a:solidFill>
              </a:rPr>
              <a:t>2</a:t>
            </a:r>
            <a:r>
              <a:rPr lang="en-SI" sz="2000">
                <a:solidFill>
                  <a:srgbClr val="000000"/>
                </a:solidFill>
              </a:rPr>
              <a:t>.</a:t>
            </a:r>
            <a:r>
              <a:rPr lang="sl-SI" sz="2000">
                <a:solidFill>
                  <a:srgbClr val="000000"/>
                </a:solidFill>
              </a:rPr>
              <a:t>4</a:t>
            </a:r>
            <a:r>
              <a:rPr lang="en-SI" sz="2000">
                <a:solidFill>
                  <a:srgbClr val="000000"/>
                </a:solidFill>
              </a:rPr>
              <a:t> je vreden </a:t>
            </a:r>
            <a:r>
              <a:rPr lang="en-SI" sz="2000">
                <a:solidFill>
                  <a:srgbClr val="0070C0"/>
                </a:solidFill>
              </a:rPr>
              <a:t>1</a:t>
            </a:r>
            <a:r>
              <a:rPr lang="sl-SI" sz="2000">
                <a:solidFill>
                  <a:srgbClr val="0070C0"/>
                </a:solidFill>
              </a:rPr>
              <a:t>5</a:t>
            </a:r>
            <a:r>
              <a:rPr lang="en-SI" sz="2000">
                <a:solidFill>
                  <a:srgbClr val="0070C0"/>
                </a:solidFill>
              </a:rPr>
              <a:t> točk</a:t>
            </a:r>
          </a:p>
          <a:p>
            <a:endParaRPr lang="en-SI" sz="2000">
              <a:solidFill>
                <a:srgbClr val="0070C0"/>
              </a:solidFill>
            </a:endParaRPr>
          </a:p>
          <a:p>
            <a:endParaRPr lang="en-SI" sz="2000"/>
          </a:p>
        </p:txBody>
      </p:sp>
    </p:spTree>
    <p:extLst>
      <p:ext uri="{BB962C8B-B14F-4D97-AF65-F5344CB8AC3E}">
        <p14:creationId xmlns:p14="http://schemas.microsoft.com/office/powerpoint/2010/main" val="1692740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34E82-ACA3-8AC0-D3A1-966077B9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B205AB-7C94-CED6-B377-EF1554D42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AFACF5-EAC8-382E-A56C-6797E8CF3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Pričakovani rezultati</a:t>
            </a:r>
          </a:p>
        </p:txBody>
      </p:sp>
      <p:pic>
        <p:nvPicPr>
          <p:cNvPr id="6" name="Picture 5" descr="A black and white image of numbers&#10;&#10;AI-generated content may be incorrect.">
            <a:extLst>
              <a:ext uri="{FF2B5EF4-FFF2-40B4-BE49-F238E27FC236}">
                <a16:creationId xmlns:a16="http://schemas.microsoft.com/office/drawing/2014/main" id="{69AA6BE7-3B60-9ACD-2B3B-56535973E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575" y="1268760"/>
            <a:ext cx="4434849" cy="1307595"/>
          </a:xfrm>
          <a:prstGeom prst="rect">
            <a:avLst/>
          </a:prstGeom>
        </p:spPr>
      </p:pic>
      <p:pic>
        <p:nvPicPr>
          <p:cNvPr id="8" name="Picture 7" descr="A black and white image of numbers&#10;&#10;AI-generated content may be incorrect.">
            <a:extLst>
              <a:ext uri="{FF2B5EF4-FFF2-40B4-BE49-F238E27FC236}">
                <a16:creationId xmlns:a16="http://schemas.microsoft.com/office/drawing/2014/main" id="{609059FA-A819-BBE8-CD7D-7E6BACA2D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575" y="2492896"/>
            <a:ext cx="4434849" cy="1106426"/>
          </a:xfrm>
          <a:prstGeom prst="rect">
            <a:avLst/>
          </a:prstGeom>
        </p:spPr>
      </p:pic>
      <p:pic>
        <p:nvPicPr>
          <p:cNvPr id="12" name="Picture 11" descr="A close-up of a pair of images&#10;&#10;AI-generated content may be incorrect.">
            <a:extLst>
              <a:ext uri="{FF2B5EF4-FFF2-40B4-BE49-F238E27FC236}">
                <a16:creationId xmlns:a16="http://schemas.microsoft.com/office/drawing/2014/main" id="{FF162813-9574-E922-CC31-819F249B23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575" y="3513518"/>
            <a:ext cx="4434849" cy="1106426"/>
          </a:xfrm>
          <a:prstGeom prst="rect">
            <a:avLst/>
          </a:prstGeom>
        </p:spPr>
      </p:pic>
      <p:pic>
        <p:nvPicPr>
          <p:cNvPr id="16" name="Picture 15" descr="A close-up of a pair of images&#10;&#10;AI-generated content may be incorrect.">
            <a:extLst>
              <a:ext uri="{FF2B5EF4-FFF2-40B4-BE49-F238E27FC236}">
                <a16:creationId xmlns:a16="http://schemas.microsoft.com/office/drawing/2014/main" id="{C142ACE8-531F-0CFF-40FB-794DBA6B23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574" y="4536485"/>
            <a:ext cx="4434849" cy="1106426"/>
          </a:xfrm>
          <a:prstGeom prst="rect">
            <a:avLst/>
          </a:prstGeom>
        </p:spPr>
      </p:pic>
      <p:pic>
        <p:nvPicPr>
          <p:cNvPr id="20" name="Picture 19" descr="A close-up of a white letter&#10;&#10;AI-generated content may be incorrect.">
            <a:extLst>
              <a:ext uri="{FF2B5EF4-FFF2-40B4-BE49-F238E27FC236}">
                <a16:creationId xmlns:a16="http://schemas.microsoft.com/office/drawing/2014/main" id="{93BA714A-4260-935A-45E1-2C31D386FA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573" y="5565643"/>
            <a:ext cx="4434849" cy="11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654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14D5F-82E3-46DB-6B88-0F0BE5CB0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6408E2-A08B-B735-9354-DF4539B10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78D8DE-EA72-6BD1-F63C-202D50FCE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/>
              <a:t>Sklop V</a:t>
            </a:r>
            <a:r>
              <a:rPr lang="sl-SI"/>
              <a:t>2</a:t>
            </a:r>
            <a:r>
              <a:rPr lang="en-SI"/>
              <a:t>.</a:t>
            </a:r>
            <a:r>
              <a:rPr lang="sl-SI"/>
              <a:t>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2FB0A-F691-5E34-5953-2140118C9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sl-SI" sz="2000"/>
              <a:t>Podatkovne zbirke </a:t>
            </a:r>
            <a:r>
              <a:rPr lang="sl-SI" sz="2000">
                <a:solidFill>
                  <a:srgbClr val="0070C0"/>
                </a:solidFill>
              </a:rPr>
              <a:t>MNIST</a:t>
            </a:r>
            <a:r>
              <a:rPr lang="sl-SI" sz="2000"/>
              <a:t>, </a:t>
            </a:r>
            <a:r>
              <a:rPr lang="sl-SI" sz="2000">
                <a:solidFill>
                  <a:srgbClr val="0070C0"/>
                </a:solidFill>
              </a:rPr>
              <a:t>FashionMNIST</a:t>
            </a:r>
            <a:r>
              <a:rPr lang="sl-SI" sz="2000"/>
              <a:t> in </a:t>
            </a:r>
            <a:r>
              <a:rPr lang="sl-SI" sz="2000">
                <a:solidFill>
                  <a:srgbClr val="0070C0"/>
                </a:solidFill>
              </a:rPr>
              <a:t>CIFAR10</a:t>
            </a:r>
          </a:p>
          <a:p>
            <a:r>
              <a:rPr lang="sl-SI" sz="2000">
                <a:solidFill>
                  <a:srgbClr val="C00000"/>
                </a:solidFill>
              </a:rPr>
              <a:t>Preizkusite različne vrednosti parametra ß za ß-VAE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Sami določite maksimalno vrednost in korak spremembe vrednosti parametra ß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ß je definiran na intervalu [0, ∞)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Z vrednostmi </a:t>
            </a:r>
            <a:r>
              <a:rPr lang="sl-SI" sz="1600">
                <a:solidFill>
                  <a:srgbClr val="0070C0"/>
                </a:solidFill>
              </a:rPr>
              <a:t>0 ≤ ß &lt; 1 </a:t>
            </a:r>
            <a:r>
              <a:rPr lang="sl-SI" sz="1600">
                <a:solidFill>
                  <a:srgbClr val="000000"/>
                </a:solidFill>
              </a:rPr>
              <a:t>prioritiziramo izgubo rekonstrukcije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Z vrednostjo </a:t>
            </a:r>
            <a:r>
              <a:rPr lang="sl-SI" sz="1600">
                <a:solidFill>
                  <a:srgbClr val="0070C0"/>
                </a:solidFill>
              </a:rPr>
              <a:t>ß = 1 </a:t>
            </a:r>
            <a:r>
              <a:rPr lang="sl-SI" sz="1600">
                <a:solidFill>
                  <a:srgbClr val="000000"/>
                </a:solidFill>
              </a:rPr>
              <a:t>enakomerno utežeimo izgubo rekonstrukcije in KL divergenco</a:t>
            </a:r>
          </a:p>
          <a:p>
            <a:pPr lvl="1"/>
            <a:r>
              <a:rPr lang="sl-SI" sz="1600">
                <a:solidFill>
                  <a:srgbClr val="000000"/>
                </a:solidFill>
              </a:rPr>
              <a:t>Z vrednostmi </a:t>
            </a:r>
            <a:r>
              <a:rPr lang="sl-SI" sz="1600">
                <a:solidFill>
                  <a:srgbClr val="0070C0"/>
                </a:solidFill>
              </a:rPr>
              <a:t>ß &gt; 1 </a:t>
            </a:r>
            <a:r>
              <a:rPr lang="sl-SI" sz="1600">
                <a:solidFill>
                  <a:srgbClr val="000000"/>
                </a:solidFill>
              </a:rPr>
              <a:t>prioritiziramo KL divergenco</a:t>
            </a:r>
          </a:p>
          <a:p>
            <a:pPr lvl="1"/>
            <a:r>
              <a:rPr lang="sl-SI" sz="1600">
                <a:solidFill>
                  <a:srgbClr val="C00000"/>
                </a:solidFill>
              </a:rPr>
              <a:t>Podajte primerjavo kvalitete rekonstrukcije slik pri različnih vrednostih ß</a:t>
            </a:r>
          </a:p>
          <a:p>
            <a:pPr lvl="1"/>
            <a:endParaRPr lang="sl-SI" sz="1600">
              <a:solidFill>
                <a:srgbClr val="000000"/>
              </a:solidFill>
            </a:endParaRPr>
          </a:p>
          <a:p>
            <a:r>
              <a:rPr lang="sl-SI" sz="2000">
                <a:solidFill>
                  <a:srgbClr val="000000"/>
                </a:solidFill>
              </a:rPr>
              <a:t>ß-VAE učite </a:t>
            </a:r>
            <a:r>
              <a:rPr lang="sl-SI" sz="2000">
                <a:solidFill>
                  <a:srgbClr val="C00000"/>
                </a:solidFill>
              </a:rPr>
              <a:t>50 epoh</a:t>
            </a:r>
            <a:r>
              <a:rPr lang="sl-SI" sz="2000"/>
              <a:t> in podajte primerjavo z izvornimi slikami</a:t>
            </a:r>
          </a:p>
          <a:p>
            <a:pPr lvl="1"/>
            <a:r>
              <a:rPr lang="sl-SI" sz="1600"/>
              <a:t>Priložite graf funkcije izgube med učenjem za učno in validacijsko množico</a:t>
            </a:r>
          </a:p>
          <a:p>
            <a:endParaRPr lang="sl-SI" sz="2000" b="1">
              <a:solidFill>
                <a:srgbClr val="C00000"/>
              </a:solidFill>
            </a:endParaRPr>
          </a:p>
          <a:p>
            <a:r>
              <a:rPr lang="en-SI" sz="2000">
                <a:solidFill>
                  <a:srgbClr val="000000"/>
                </a:solidFill>
              </a:rPr>
              <a:t>Sklop V</a:t>
            </a:r>
            <a:r>
              <a:rPr lang="sl-SI" sz="2000">
                <a:solidFill>
                  <a:srgbClr val="000000"/>
                </a:solidFill>
              </a:rPr>
              <a:t>2</a:t>
            </a:r>
            <a:r>
              <a:rPr lang="en-SI" sz="2000">
                <a:solidFill>
                  <a:srgbClr val="000000"/>
                </a:solidFill>
              </a:rPr>
              <a:t>.</a:t>
            </a:r>
            <a:r>
              <a:rPr lang="sl-SI" sz="2000">
                <a:solidFill>
                  <a:srgbClr val="000000"/>
                </a:solidFill>
              </a:rPr>
              <a:t>5</a:t>
            </a:r>
            <a:r>
              <a:rPr lang="en-SI" sz="2000">
                <a:solidFill>
                  <a:srgbClr val="000000"/>
                </a:solidFill>
              </a:rPr>
              <a:t> je vreden </a:t>
            </a:r>
            <a:r>
              <a:rPr lang="en-SI" sz="2000">
                <a:solidFill>
                  <a:srgbClr val="0070C0"/>
                </a:solidFill>
              </a:rPr>
              <a:t>1</a:t>
            </a:r>
            <a:r>
              <a:rPr lang="sl-SI" sz="2000">
                <a:solidFill>
                  <a:srgbClr val="0070C0"/>
                </a:solidFill>
              </a:rPr>
              <a:t>5</a:t>
            </a:r>
            <a:r>
              <a:rPr lang="en-SI" sz="2000">
                <a:solidFill>
                  <a:srgbClr val="0070C0"/>
                </a:solidFill>
              </a:rPr>
              <a:t> točk</a:t>
            </a:r>
          </a:p>
          <a:p>
            <a:endParaRPr lang="en-SI" sz="2000">
              <a:solidFill>
                <a:srgbClr val="0070C0"/>
              </a:solidFill>
            </a:endParaRPr>
          </a:p>
          <a:p>
            <a:endParaRPr lang="en-SI" sz="2000"/>
          </a:p>
        </p:txBody>
      </p:sp>
    </p:spTree>
    <p:extLst>
      <p:ext uri="{BB962C8B-B14F-4D97-AF65-F5344CB8AC3E}">
        <p14:creationId xmlns:p14="http://schemas.microsoft.com/office/powerpoint/2010/main" val="2716679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err="1"/>
              <a:t>Zagovor</a:t>
            </a:r>
            <a:endParaRPr lang="sl-SI"/>
          </a:p>
        </p:txBody>
      </p:sp>
      <p:sp>
        <p:nvSpPr>
          <p:cNvPr id="4" name="Ograda vsebine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en-SI" sz="2000">
                <a:solidFill>
                  <a:srgbClr val="C00000"/>
                </a:solidFill>
              </a:rPr>
              <a:t>Rok za </a:t>
            </a:r>
            <a:r>
              <a:rPr lang="en-SI" sz="2000" err="1">
                <a:solidFill>
                  <a:srgbClr val="C00000"/>
                </a:solidFill>
              </a:rPr>
              <a:t>oddajo</a:t>
            </a:r>
            <a:r>
              <a:rPr lang="en-SI" sz="2000">
                <a:solidFill>
                  <a:srgbClr val="C00000"/>
                </a:solidFill>
              </a:rPr>
              <a:t> </a:t>
            </a:r>
            <a:r>
              <a:rPr lang="en-SI" sz="2000" err="1">
                <a:solidFill>
                  <a:srgbClr val="C00000"/>
                </a:solidFill>
              </a:rPr>
              <a:t>na</a:t>
            </a:r>
            <a:r>
              <a:rPr lang="en-SI" sz="2000">
                <a:solidFill>
                  <a:srgbClr val="C00000"/>
                </a:solidFill>
              </a:rPr>
              <a:t> </a:t>
            </a:r>
            <a:r>
              <a:rPr lang="en-SI" sz="2000" err="1">
                <a:solidFill>
                  <a:srgbClr val="C00000"/>
                </a:solidFill>
              </a:rPr>
              <a:t>Učilnice</a:t>
            </a:r>
            <a:r>
              <a:rPr lang="en-SI" sz="2000">
                <a:solidFill>
                  <a:srgbClr val="C00000"/>
                </a:solidFill>
              </a:rPr>
              <a:t> Arnes: 20. 01. 2026 </a:t>
            </a:r>
            <a:r>
              <a:rPr lang="en-SI" sz="2000" err="1">
                <a:solidFill>
                  <a:srgbClr val="C00000"/>
                </a:solidFill>
              </a:rPr>
              <a:t>ob</a:t>
            </a:r>
            <a:r>
              <a:rPr lang="en-SI" sz="2000">
                <a:solidFill>
                  <a:srgbClr val="C00000"/>
                </a:solidFill>
              </a:rPr>
              <a:t> 00:00</a:t>
            </a:r>
          </a:p>
          <a:p>
            <a:pPr lvl="1"/>
            <a:r>
              <a:rPr lang="en-SI" sz="1800" err="1"/>
              <a:t>Oddajte</a:t>
            </a:r>
            <a:r>
              <a:rPr lang="en-SI" sz="1800"/>
              <a:t> </a:t>
            </a:r>
            <a:r>
              <a:rPr lang="en-SI" sz="1800" err="1"/>
              <a:t>datoteko</a:t>
            </a:r>
            <a:r>
              <a:rPr lang="en-SI" sz="1800"/>
              <a:t> .zip s </a:t>
            </a:r>
            <a:r>
              <a:rPr lang="en-SI" sz="1800" err="1"/>
              <a:t>kodo</a:t>
            </a:r>
            <a:endParaRPr lang="en-SI" sz="1800"/>
          </a:p>
          <a:p>
            <a:pPr lvl="1"/>
            <a:r>
              <a:rPr lang="en-SI" sz="1800"/>
              <a:t>Datoteko poimenujte po predlogi: V</a:t>
            </a:r>
            <a:r>
              <a:rPr lang="sl-SI" sz="1800"/>
              <a:t>2</a:t>
            </a:r>
            <a:r>
              <a:rPr lang="en-SI" sz="1800"/>
              <a:t>.[sklop]-[ime]-[priimek].zip</a:t>
            </a:r>
          </a:p>
          <a:p>
            <a:pPr lvl="2"/>
            <a:r>
              <a:rPr lang="en-SI" sz="1400"/>
              <a:t>Primer: V</a:t>
            </a:r>
            <a:r>
              <a:rPr lang="sl-SI" sz="1400"/>
              <a:t>2</a:t>
            </a:r>
            <a:r>
              <a:rPr lang="en-SI" sz="1400"/>
              <a:t>.1-Janez-Novak.zip</a:t>
            </a:r>
            <a:endParaRPr lang="sl-SI" sz="1400"/>
          </a:p>
          <a:p>
            <a:r>
              <a:rPr lang="en-SI" sz="2000" err="1">
                <a:solidFill>
                  <a:srgbClr val="0070C0"/>
                </a:solidFill>
              </a:rPr>
              <a:t>Vajo</a:t>
            </a:r>
            <a:r>
              <a:rPr lang="en-SI" sz="2000">
                <a:solidFill>
                  <a:srgbClr val="0070C0"/>
                </a:solidFill>
              </a:rPr>
              <a:t> </a:t>
            </a:r>
            <a:r>
              <a:rPr lang="en-SI" sz="2000" err="1">
                <a:solidFill>
                  <a:srgbClr val="0070C0"/>
                </a:solidFill>
              </a:rPr>
              <a:t>lahko</a:t>
            </a:r>
            <a:r>
              <a:rPr lang="en-SI" sz="2000">
                <a:solidFill>
                  <a:srgbClr val="0070C0"/>
                </a:solidFill>
              </a:rPr>
              <a:t> </a:t>
            </a:r>
            <a:r>
              <a:rPr lang="en-SI" sz="2000" err="1">
                <a:solidFill>
                  <a:srgbClr val="0070C0"/>
                </a:solidFill>
              </a:rPr>
              <a:t>zagovarjate</a:t>
            </a:r>
            <a:r>
              <a:rPr lang="en-SI" sz="2000">
                <a:solidFill>
                  <a:srgbClr val="0070C0"/>
                </a:solidFill>
              </a:rPr>
              <a:t> v </a:t>
            </a:r>
            <a:r>
              <a:rPr lang="en-SI" sz="2000" err="1">
                <a:solidFill>
                  <a:srgbClr val="0070C0"/>
                </a:solidFill>
              </a:rPr>
              <a:t>kateremkoli</a:t>
            </a:r>
            <a:r>
              <a:rPr lang="en-SI" sz="2000">
                <a:solidFill>
                  <a:srgbClr val="0070C0"/>
                </a:solidFill>
              </a:rPr>
              <a:t> </a:t>
            </a:r>
            <a:r>
              <a:rPr lang="en-SI" sz="2000" err="1">
                <a:solidFill>
                  <a:srgbClr val="0070C0"/>
                </a:solidFill>
              </a:rPr>
              <a:t>terminu</a:t>
            </a:r>
            <a:r>
              <a:rPr lang="en-SI" sz="2000">
                <a:solidFill>
                  <a:srgbClr val="0070C0"/>
                </a:solidFill>
              </a:rPr>
              <a:t> v </a:t>
            </a:r>
            <a:r>
              <a:rPr lang="en-SI" sz="2000" err="1">
                <a:solidFill>
                  <a:srgbClr val="0070C0"/>
                </a:solidFill>
              </a:rPr>
              <a:t>zimskem</a:t>
            </a:r>
            <a:r>
              <a:rPr lang="en-SI" sz="2000">
                <a:solidFill>
                  <a:srgbClr val="0070C0"/>
                </a:solidFill>
              </a:rPr>
              <a:t> </a:t>
            </a:r>
            <a:r>
              <a:rPr lang="en-SI" sz="2000" err="1">
                <a:solidFill>
                  <a:srgbClr val="0070C0"/>
                </a:solidFill>
              </a:rPr>
              <a:t>semestru</a:t>
            </a:r>
            <a:endParaRPr lang="en-SI" sz="2000">
              <a:solidFill>
                <a:srgbClr val="0070C0"/>
              </a:solidFill>
            </a:endParaRPr>
          </a:p>
          <a:p>
            <a:pPr lvl="1"/>
            <a:r>
              <a:rPr lang="en-SI" sz="1800"/>
              <a:t>Po roku za oddajo boste lahko vajo zagovarjali na dodatnem terminu </a:t>
            </a:r>
            <a:r>
              <a:rPr lang="en-SI" sz="1800">
                <a:solidFill>
                  <a:srgbClr val="C00000"/>
                </a:solidFill>
              </a:rPr>
              <a:t>(samo sklop V</a:t>
            </a:r>
            <a:r>
              <a:rPr lang="sl-SI" sz="1800">
                <a:solidFill>
                  <a:srgbClr val="C00000"/>
                </a:solidFill>
              </a:rPr>
              <a:t>2</a:t>
            </a:r>
            <a:r>
              <a:rPr lang="en-SI" sz="1800">
                <a:solidFill>
                  <a:srgbClr val="C00000"/>
                </a:solidFill>
              </a:rPr>
              <a:t>.1!)</a:t>
            </a:r>
          </a:p>
          <a:p>
            <a:r>
              <a:rPr lang="en-SI" sz="2000" err="1"/>
              <a:t>Pregled</a:t>
            </a:r>
            <a:r>
              <a:rPr lang="en-SI" sz="2000"/>
              <a:t> </a:t>
            </a:r>
            <a:r>
              <a:rPr lang="en-SI" sz="2000" err="1"/>
              <a:t>rezultatov</a:t>
            </a:r>
            <a:r>
              <a:rPr lang="en-SI" sz="2000"/>
              <a:t> in </a:t>
            </a:r>
            <a:r>
              <a:rPr lang="en-SI" sz="2000" err="1"/>
              <a:t>kode</a:t>
            </a:r>
            <a:endParaRPr lang="en-SI" sz="2000"/>
          </a:p>
          <a:p>
            <a:r>
              <a:rPr lang="en-SI" sz="2000"/>
              <a:t>Na </a:t>
            </a:r>
            <a:r>
              <a:rPr lang="en-SI" sz="2000" err="1"/>
              <a:t>zagovor</a:t>
            </a:r>
            <a:r>
              <a:rPr lang="en-SI" sz="2000"/>
              <a:t> </a:t>
            </a:r>
            <a:r>
              <a:rPr lang="en-SI" sz="2000" err="1"/>
              <a:t>pridite</a:t>
            </a:r>
            <a:r>
              <a:rPr lang="en-SI" sz="2000"/>
              <a:t> </a:t>
            </a:r>
            <a:r>
              <a:rPr lang="en-SI" sz="2000" err="1"/>
              <a:t>pripravljeni</a:t>
            </a:r>
            <a:endParaRPr lang="en-SI" sz="2000"/>
          </a:p>
          <a:p>
            <a:r>
              <a:rPr lang="en-SI" sz="2000" err="1">
                <a:solidFill>
                  <a:srgbClr val="C00000"/>
                </a:solidFill>
              </a:rPr>
              <a:t>Vajo</a:t>
            </a:r>
            <a:r>
              <a:rPr lang="en-SI" sz="2000">
                <a:solidFill>
                  <a:srgbClr val="C00000"/>
                </a:solidFill>
              </a:rPr>
              <a:t> </a:t>
            </a:r>
            <a:r>
              <a:rPr lang="en-SI" sz="2000" err="1">
                <a:solidFill>
                  <a:srgbClr val="C00000"/>
                </a:solidFill>
              </a:rPr>
              <a:t>rešujte</a:t>
            </a:r>
            <a:r>
              <a:rPr lang="en-SI" sz="2000">
                <a:solidFill>
                  <a:srgbClr val="C00000"/>
                </a:solidFill>
              </a:rPr>
              <a:t> </a:t>
            </a:r>
            <a:r>
              <a:rPr lang="en-SI" sz="2000" err="1">
                <a:solidFill>
                  <a:srgbClr val="C00000"/>
                </a:solidFill>
              </a:rPr>
              <a:t>sami</a:t>
            </a:r>
            <a:r>
              <a:rPr lang="en-SI" sz="2000">
                <a:solidFill>
                  <a:srgbClr val="C00000"/>
                </a:solidFill>
              </a:rPr>
              <a:t>!</a:t>
            </a:r>
          </a:p>
          <a:p>
            <a:pPr lvl="1"/>
            <a:r>
              <a:rPr lang="en-SI" sz="1800" err="1">
                <a:solidFill>
                  <a:srgbClr val="C00000"/>
                </a:solidFill>
              </a:rPr>
              <a:t>Vaše</a:t>
            </a:r>
            <a:r>
              <a:rPr lang="en-SI" sz="1800">
                <a:solidFill>
                  <a:srgbClr val="C00000"/>
                </a:solidFill>
              </a:rPr>
              <a:t> </a:t>
            </a:r>
            <a:r>
              <a:rPr lang="en-SI" sz="1800" err="1">
                <a:solidFill>
                  <a:srgbClr val="C00000"/>
                </a:solidFill>
              </a:rPr>
              <a:t>oddane</a:t>
            </a:r>
            <a:r>
              <a:rPr lang="en-SI" sz="1800">
                <a:solidFill>
                  <a:srgbClr val="C00000"/>
                </a:solidFill>
              </a:rPr>
              <a:t> </a:t>
            </a:r>
            <a:r>
              <a:rPr lang="en-SI" sz="1800" err="1">
                <a:solidFill>
                  <a:srgbClr val="C00000"/>
                </a:solidFill>
              </a:rPr>
              <a:t>vaje</a:t>
            </a:r>
            <a:r>
              <a:rPr lang="en-SI" sz="1800">
                <a:solidFill>
                  <a:srgbClr val="C00000"/>
                </a:solidFill>
              </a:rPr>
              <a:t> se </a:t>
            </a:r>
            <a:r>
              <a:rPr lang="en-SI" sz="1800" err="1">
                <a:solidFill>
                  <a:srgbClr val="C00000"/>
                </a:solidFill>
              </a:rPr>
              <a:t>preverjajo</a:t>
            </a:r>
            <a:r>
              <a:rPr lang="en-SI" sz="1800">
                <a:solidFill>
                  <a:srgbClr val="C00000"/>
                </a:solidFill>
              </a:rPr>
              <a:t> z </a:t>
            </a:r>
            <a:r>
              <a:rPr lang="en-SI" sz="1800" err="1">
                <a:solidFill>
                  <a:srgbClr val="C00000"/>
                </a:solidFill>
              </a:rPr>
              <a:t>orodji</a:t>
            </a:r>
            <a:r>
              <a:rPr lang="en-SI" sz="1800">
                <a:solidFill>
                  <a:srgbClr val="C00000"/>
                </a:solidFill>
              </a:rPr>
              <a:t> za </a:t>
            </a:r>
            <a:r>
              <a:rPr lang="en-SI" sz="1800" err="1">
                <a:solidFill>
                  <a:srgbClr val="C00000"/>
                </a:solidFill>
              </a:rPr>
              <a:t>detekcijo</a:t>
            </a:r>
            <a:r>
              <a:rPr lang="en-SI" sz="1800">
                <a:solidFill>
                  <a:srgbClr val="C00000"/>
                </a:solidFill>
              </a:rPr>
              <a:t> </a:t>
            </a:r>
            <a:r>
              <a:rPr lang="en-SI" sz="1800" err="1">
                <a:solidFill>
                  <a:srgbClr val="C00000"/>
                </a:solidFill>
              </a:rPr>
              <a:t>podobnih</a:t>
            </a:r>
            <a:r>
              <a:rPr lang="en-SI" sz="1800">
                <a:solidFill>
                  <a:srgbClr val="C00000"/>
                </a:solidFill>
              </a:rPr>
              <a:t> </a:t>
            </a:r>
            <a:r>
              <a:rPr lang="en-SI" sz="1800" err="1">
                <a:solidFill>
                  <a:srgbClr val="C00000"/>
                </a:solidFill>
              </a:rPr>
              <a:t>vsebin</a:t>
            </a:r>
            <a:endParaRPr lang="sl-SI" sz="18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674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slov 4"/>
          <p:cNvSpPr>
            <a:spLocks noGrp="1"/>
          </p:cNvSpPr>
          <p:nvPr>
            <p:ph type="title"/>
          </p:nvPr>
        </p:nvSpPr>
        <p:spPr>
          <a:xfrm>
            <a:off x="533400" y="2885728"/>
            <a:ext cx="8153400" cy="1047328"/>
          </a:xfrm>
        </p:spPr>
        <p:txBody>
          <a:bodyPr/>
          <a:lstStyle/>
          <a:p>
            <a:r>
              <a:rPr lang="sl-SI"/>
              <a:t>Vprašanja</a:t>
            </a:r>
          </a:p>
        </p:txBody>
      </p:sp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97119"/>
      </p:ext>
    </p:extLst>
  </p:cSld>
  <p:clrMapOvr>
    <a:masterClrMapping/>
  </p:clrMapOvr>
</p:sld>
</file>

<file path=ppt/theme/theme1.xml><?xml version="1.0" encoding="utf-8"?>
<a:theme xmlns:a="http://schemas.openxmlformats.org/drawingml/2006/main" name="1_LHRS_2013">
  <a:themeElements>
    <a:clrScheme name="F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F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HRS_2014.potx" id="{DAC3B960-E6D7-4D7E-81C4-82EA3ECCD6F6}" vid="{12C7CB9F-41BB-4160-AC36-BEAF18E6B0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isar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CEF3439508BC34EB613D27129873369" ma:contentTypeVersion="10" ma:contentTypeDescription="Ustvari nov dokument." ma:contentTypeScope="" ma:versionID="97251cc6b433c10124fcfce7821e4492">
  <xsd:schema xmlns:xsd="http://www.w3.org/2001/XMLSchema" xmlns:xs="http://www.w3.org/2001/XMLSchema" xmlns:p="http://schemas.microsoft.com/office/2006/metadata/properties" xmlns:ns2="d3795508-bba7-40bd-8313-8a2cef98e614" xmlns:ns3="9af19b34-8bc1-4f65-8c3c-af4564d0e4c2" targetNamespace="http://schemas.microsoft.com/office/2006/metadata/properties" ma:root="true" ma:fieldsID="ce745d6a90aa7260553c5c6e5db3d730" ns2:_="" ns3:_="">
    <xsd:import namespace="d3795508-bba7-40bd-8313-8a2cef98e614"/>
    <xsd:import namespace="9af19b34-8bc1-4f65-8c3c-af4564d0e4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795508-bba7-40bd-8313-8a2cef98e6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Oznake slike" ma:readOnly="false" ma:fieldId="{5cf76f15-5ced-4ddc-b409-7134ff3c332f}" ma:taxonomyMulti="true" ma:sspId="314c371a-e1e1-4790-b7b3-e586cefac3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19b34-8bc1-4f65-8c3c-af4564d0e4c2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47637409-5ac8-4688-b62f-649bcdb7cc58}" ma:internalName="TaxCatchAll" ma:showField="CatchAllData" ma:web="9af19b34-8bc1-4f65-8c3c-af4564d0e4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vsebine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795508-bba7-40bd-8313-8a2cef98e614">
      <Terms xmlns="http://schemas.microsoft.com/office/infopath/2007/PartnerControls"/>
    </lcf76f155ced4ddcb4097134ff3c332f>
    <TaxCatchAll xmlns="9af19b34-8bc1-4f65-8c3c-af4564d0e4c2" xsi:nil="true"/>
  </documentManagement>
</p:properties>
</file>

<file path=customXml/itemProps1.xml><?xml version="1.0" encoding="utf-8"?>
<ds:datastoreItem xmlns:ds="http://schemas.openxmlformats.org/officeDocument/2006/customXml" ds:itemID="{8FBD2ED0-E16C-4813-99BE-6B3F89CFE8E5}"/>
</file>

<file path=customXml/itemProps2.xml><?xml version="1.0" encoding="utf-8"?>
<ds:datastoreItem xmlns:ds="http://schemas.openxmlformats.org/officeDocument/2006/customXml" ds:itemID="{B99847F2-C50A-49FC-B176-4CFC67AB82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5F4E28-FA13-4293-A0DD-563E50E12AEA}">
  <ds:schemaRefs>
    <ds:schemaRef ds:uri="9af19b34-8bc1-4f65-8c3c-af4564d0e4c2"/>
    <ds:schemaRef ds:uri="c414fd7f-21c6-4d94-90e3-68400e5795fc"/>
    <ds:schemaRef ds:uri="d3795508-bba7-40bd-8313-8a2cef98e614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14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1_LHRS_2013</vt:lpstr>
      <vt:lpstr>Napredne arhitekture in učenje globokih nevronskih mrež (R-IT MAG)</vt:lpstr>
      <vt:lpstr>Samokodirniki</vt:lpstr>
      <vt:lpstr>Uporaba samokodirnikov</vt:lpstr>
      <vt:lpstr>Različni tipi samokodirnikov</vt:lpstr>
      <vt:lpstr>Cilj vaje</vt:lpstr>
      <vt:lpstr>Izvedba vaje</vt:lpstr>
      <vt:lpstr>Sklop V2.1</vt:lpstr>
      <vt:lpstr>Sklop V2.2</vt:lpstr>
      <vt:lpstr>Sklop V2.3</vt:lpstr>
      <vt:lpstr>Sklop V2.4</vt:lpstr>
      <vt:lpstr>Pričakovani rezultati</vt:lpstr>
      <vt:lpstr>Sklop V2.5</vt:lpstr>
      <vt:lpstr>Zagovor</vt:lpstr>
      <vt:lpstr>Vprašanja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Računalniška omrežja (R-IT VS)</dc:title>
  <dc:creator>Mladen</dc:creator>
  <cp:revision>2</cp:revision>
  <cp:lastPrinted>2016-03-21T06:57:14Z</cp:lastPrinted>
  <dcterms:created xsi:type="dcterms:W3CDTF">2013-02-25T06:20:36Z</dcterms:created>
  <dcterms:modified xsi:type="dcterms:W3CDTF">2025-10-25T08:45:28Z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0x0101003CEF3439508BC34EB613D27129873369</vt:lpwstr>
  </property>
  <property fmtid="{D5CDD505-2E9C-101B-9397-08002B2CF9AE}" pid="3" name="_dlc_DocIdItemGuid">
    <vt:lpwstr>c81c6f67-0e37-43bd-af0c-0c1526b8c877</vt:lpwstr>
  </property>
  <property fmtid="{D5CDD505-2E9C-101B-9397-08002B2CF9AE}" pid="4" name="MediaServiceImageTags">
    <vt:lpwstr/>
  </property>
</Properties>
</file>