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5"/>
  </p:sldMasterIdLst>
  <p:notesMasterIdLst>
    <p:notesMasterId r:id="rId20"/>
  </p:notesMasterIdLst>
  <p:handoutMasterIdLst>
    <p:handoutMasterId r:id="rId21"/>
  </p:handoutMasterIdLst>
  <p:sldIdLst>
    <p:sldId id="256" r:id="rId6"/>
    <p:sldId id="277" r:id="rId7"/>
    <p:sldId id="278" r:id="rId8"/>
    <p:sldId id="279" r:id="rId9"/>
    <p:sldId id="267" r:id="rId10"/>
    <p:sldId id="284" r:id="rId11"/>
    <p:sldId id="300" r:id="rId12"/>
    <p:sldId id="296" r:id="rId13"/>
    <p:sldId id="292" r:id="rId14"/>
    <p:sldId id="301" r:id="rId15"/>
    <p:sldId id="302" r:id="rId16"/>
    <p:sldId id="293" r:id="rId17"/>
    <p:sldId id="289" r:id="rId18"/>
    <p:sldId id="299" r:id="rId19"/>
  </p:sldIdLst>
  <p:sldSz cx="9144000" cy="6858000" type="screen4x3"/>
  <p:notesSz cx="6797675" cy="987425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6A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EE442B-8F20-4536-9C0A-4105F513CFF5}" v="1301" dt="2025-11-11T12:34:52.5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rednji slog 2 – poudarek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74" autoAdjust="0"/>
    <p:restoredTop sz="94660"/>
  </p:normalViewPr>
  <p:slideViewPr>
    <p:cSldViewPr>
      <p:cViewPr varScale="1">
        <p:scale>
          <a:sx n="105" d="100"/>
          <a:sy n="105" d="100"/>
        </p:scale>
        <p:origin x="1752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3" d="100"/>
          <a:sy n="83" d="100"/>
        </p:scale>
        <p:origin x="-1992" y="-72"/>
      </p:cViewPr>
      <p:guideLst>
        <p:guide orient="horz" pos="3110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27" Type="http://schemas.microsoft.com/office/2015/10/relationships/revisionInfo" Target="revisionInfo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laden Borovič" userId="b42f88c1-a761-41f8-ba08-c119211cc4a8" providerId="ADAL" clId="{5DDEE7F4-0302-48B8-B0C5-57D6C19AFFE1}"/>
    <pc:docChg chg="custSel addSld delSld modSld sldOrd">
      <pc:chgData name="Mladen Borovič" userId="b42f88c1-a761-41f8-ba08-c119211cc4a8" providerId="ADAL" clId="{5DDEE7F4-0302-48B8-B0C5-57D6C19AFFE1}" dt="2025-11-11T12:34:52.581" v="3829" actId="20577"/>
      <pc:docMkLst>
        <pc:docMk/>
      </pc:docMkLst>
      <pc:sldChg chg="del">
        <pc:chgData name="Mladen Borovič" userId="b42f88c1-a761-41f8-ba08-c119211cc4a8" providerId="ADAL" clId="{5DDEE7F4-0302-48B8-B0C5-57D6C19AFFE1}" dt="2025-11-11T11:20:56.027" v="2" actId="47"/>
        <pc:sldMkLst>
          <pc:docMk/>
          <pc:sldMk cId="1244797119" sldId="264"/>
        </pc:sldMkLst>
      </pc:sldChg>
      <pc:sldChg chg="del">
        <pc:chgData name="Mladen Borovič" userId="b42f88c1-a761-41f8-ba08-c119211cc4a8" providerId="ADAL" clId="{5DDEE7F4-0302-48B8-B0C5-57D6C19AFFE1}" dt="2025-11-11T11:41:21.464" v="1617" actId="47"/>
        <pc:sldMkLst>
          <pc:docMk/>
          <pc:sldMk cId="2052955499" sldId="265"/>
        </pc:sldMkLst>
      </pc:sldChg>
      <pc:sldChg chg="modSp add mod ord">
        <pc:chgData name="Mladen Borovič" userId="b42f88c1-a761-41f8-ba08-c119211cc4a8" providerId="ADAL" clId="{5DDEE7F4-0302-48B8-B0C5-57D6C19AFFE1}" dt="2025-11-11T11:29:28.305" v="682" actId="207"/>
        <pc:sldMkLst>
          <pc:docMk/>
          <pc:sldMk cId="434891184" sldId="267"/>
        </pc:sldMkLst>
        <pc:spChg chg="mod">
          <ac:chgData name="Mladen Borovič" userId="b42f88c1-a761-41f8-ba08-c119211cc4a8" providerId="ADAL" clId="{5DDEE7F4-0302-48B8-B0C5-57D6C19AFFE1}" dt="2025-11-11T11:29:28.305" v="682" actId="207"/>
          <ac:spMkLst>
            <pc:docMk/>
            <pc:sldMk cId="434891184" sldId="267"/>
            <ac:spMk id="4" creationId="{70907F58-46A2-779B-E90C-728AA1136A33}"/>
          </ac:spMkLst>
        </pc:spChg>
      </pc:sldChg>
      <pc:sldChg chg="del">
        <pc:chgData name="Mladen Borovič" userId="b42f88c1-a761-41f8-ba08-c119211cc4a8" providerId="ADAL" clId="{5DDEE7F4-0302-48B8-B0C5-57D6C19AFFE1}" dt="2025-11-11T11:21:05.934" v="9" actId="47"/>
        <pc:sldMkLst>
          <pc:docMk/>
          <pc:sldMk cId="4228491986" sldId="270"/>
        </pc:sldMkLst>
      </pc:sldChg>
      <pc:sldChg chg="del">
        <pc:chgData name="Mladen Borovič" userId="b42f88c1-a761-41f8-ba08-c119211cc4a8" providerId="ADAL" clId="{5DDEE7F4-0302-48B8-B0C5-57D6C19AFFE1}" dt="2025-11-11T11:20:54.949" v="1" actId="47"/>
        <pc:sldMkLst>
          <pc:docMk/>
          <pc:sldMk cId="328480568" sldId="271"/>
        </pc:sldMkLst>
      </pc:sldChg>
      <pc:sldChg chg="del">
        <pc:chgData name="Mladen Borovič" userId="b42f88c1-a761-41f8-ba08-c119211cc4a8" providerId="ADAL" clId="{5DDEE7F4-0302-48B8-B0C5-57D6C19AFFE1}" dt="2025-11-11T11:34:44.532" v="1436" actId="2696"/>
        <pc:sldMkLst>
          <pc:docMk/>
          <pc:sldMk cId="2037493806" sldId="275"/>
        </pc:sldMkLst>
      </pc:sldChg>
      <pc:sldChg chg="modSp">
        <pc:chgData name="Mladen Borovič" userId="b42f88c1-a761-41f8-ba08-c119211cc4a8" providerId="ADAL" clId="{5DDEE7F4-0302-48B8-B0C5-57D6C19AFFE1}" dt="2025-11-11T12:29:17.018" v="3819" actId="114"/>
        <pc:sldMkLst>
          <pc:docMk/>
          <pc:sldMk cId="789877103" sldId="277"/>
        </pc:sldMkLst>
        <pc:spChg chg="mod">
          <ac:chgData name="Mladen Borovič" userId="b42f88c1-a761-41f8-ba08-c119211cc4a8" providerId="ADAL" clId="{5DDEE7F4-0302-48B8-B0C5-57D6C19AFFE1}" dt="2025-11-11T12:29:17.018" v="3819" actId="114"/>
          <ac:spMkLst>
            <pc:docMk/>
            <pc:sldMk cId="789877103" sldId="277"/>
            <ac:spMk id="4" creationId="{00000000-0000-0000-0000-000000000000}"/>
          </ac:spMkLst>
        </pc:spChg>
      </pc:sldChg>
      <pc:sldChg chg="modSp mod">
        <pc:chgData name="Mladen Borovič" userId="b42f88c1-a761-41f8-ba08-c119211cc4a8" providerId="ADAL" clId="{5DDEE7F4-0302-48B8-B0C5-57D6C19AFFE1}" dt="2025-11-11T12:28:56.978" v="3815" actId="114"/>
        <pc:sldMkLst>
          <pc:docMk/>
          <pc:sldMk cId="3347806857" sldId="278"/>
        </pc:sldMkLst>
        <pc:spChg chg="mod">
          <ac:chgData name="Mladen Borovič" userId="b42f88c1-a761-41f8-ba08-c119211cc4a8" providerId="ADAL" clId="{5DDEE7F4-0302-48B8-B0C5-57D6C19AFFE1}" dt="2025-11-11T12:28:56.978" v="3815" actId="114"/>
          <ac:spMkLst>
            <pc:docMk/>
            <pc:sldMk cId="3347806857" sldId="278"/>
            <ac:spMk id="4" creationId="{00000000-0000-0000-0000-000000000000}"/>
          </ac:spMkLst>
        </pc:spChg>
      </pc:sldChg>
      <pc:sldChg chg="delSp modSp mod">
        <pc:chgData name="Mladen Borovič" userId="b42f88c1-a761-41f8-ba08-c119211cc4a8" providerId="ADAL" clId="{5DDEE7F4-0302-48B8-B0C5-57D6C19AFFE1}" dt="2025-11-11T12:30:07.234" v="3828" actId="6549"/>
        <pc:sldMkLst>
          <pc:docMk/>
          <pc:sldMk cId="1212390005" sldId="279"/>
        </pc:sldMkLst>
        <pc:spChg chg="mod">
          <ac:chgData name="Mladen Borovič" userId="b42f88c1-a761-41f8-ba08-c119211cc4a8" providerId="ADAL" clId="{5DDEE7F4-0302-48B8-B0C5-57D6C19AFFE1}" dt="2025-11-11T11:26:05.648" v="189" actId="20577"/>
          <ac:spMkLst>
            <pc:docMk/>
            <pc:sldMk cId="1212390005" sldId="279"/>
            <ac:spMk id="3" creationId="{00000000-0000-0000-0000-000000000000}"/>
          </ac:spMkLst>
        </pc:spChg>
        <pc:spChg chg="mod">
          <ac:chgData name="Mladen Borovič" userId="b42f88c1-a761-41f8-ba08-c119211cc4a8" providerId="ADAL" clId="{5DDEE7F4-0302-48B8-B0C5-57D6C19AFFE1}" dt="2025-11-11T12:30:07.234" v="3828" actId="6549"/>
          <ac:spMkLst>
            <pc:docMk/>
            <pc:sldMk cId="1212390005" sldId="279"/>
            <ac:spMk id="4" creationId="{00000000-0000-0000-0000-000000000000}"/>
          </ac:spMkLst>
        </pc:spChg>
        <pc:picChg chg="del">
          <ac:chgData name="Mladen Borovič" userId="b42f88c1-a761-41f8-ba08-c119211cc4a8" providerId="ADAL" clId="{5DDEE7F4-0302-48B8-B0C5-57D6C19AFFE1}" dt="2025-11-11T11:24:21.575" v="31" actId="478"/>
          <ac:picMkLst>
            <pc:docMk/>
            <pc:sldMk cId="1212390005" sldId="279"/>
            <ac:picMk id="6" creationId="{1890BCA9-F7F6-253D-9FF5-DD841D458051}"/>
          </ac:picMkLst>
        </pc:picChg>
      </pc:sldChg>
      <pc:sldChg chg="del">
        <pc:chgData name="Mladen Borovič" userId="b42f88c1-a761-41f8-ba08-c119211cc4a8" providerId="ADAL" clId="{5DDEE7F4-0302-48B8-B0C5-57D6C19AFFE1}" dt="2025-11-11T11:38:25.341" v="1465" actId="47"/>
        <pc:sldMkLst>
          <pc:docMk/>
          <pc:sldMk cId="1204155356" sldId="280"/>
        </pc:sldMkLst>
      </pc:sldChg>
      <pc:sldChg chg="modSp del">
        <pc:chgData name="Mladen Borovič" userId="b42f88c1-a761-41f8-ba08-c119211cc4a8" providerId="ADAL" clId="{5DDEE7F4-0302-48B8-B0C5-57D6C19AFFE1}" dt="2025-11-11T11:41:00.401" v="1616" actId="47"/>
        <pc:sldMkLst>
          <pc:docMk/>
          <pc:sldMk cId="909426458" sldId="281"/>
        </pc:sldMkLst>
        <pc:spChg chg="mod">
          <ac:chgData name="Mladen Borovič" userId="b42f88c1-a761-41f8-ba08-c119211cc4a8" providerId="ADAL" clId="{5DDEE7F4-0302-48B8-B0C5-57D6C19AFFE1}" dt="2025-11-11T11:38:41.954" v="1466" actId="404"/>
          <ac:spMkLst>
            <pc:docMk/>
            <pc:sldMk cId="909426458" sldId="281"/>
            <ac:spMk id="4" creationId="{00000000-0000-0000-0000-000000000000}"/>
          </ac:spMkLst>
        </pc:spChg>
      </pc:sldChg>
      <pc:sldChg chg="modSp add mod ord">
        <pc:chgData name="Mladen Borovič" userId="b42f88c1-a761-41f8-ba08-c119211cc4a8" providerId="ADAL" clId="{5DDEE7F4-0302-48B8-B0C5-57D6C19AFFE1}" dt="2025-11-11T11:43:29.143" v="1998" actId="20577"/>
        <pc:sldMkLst>
          <pc:docMk/>
          <pc:sldMk cId="2367845497" sldId="284"/>
        </pc:sldMkLst>
        <pc:spChg chg="mod">
          <ac:chgData name="Mladen Borovič" userId="b42f88c1-a761-41f8-ba08-c119211cc4a8" providerId="ADAL" clId="{5DDEE7F4-0302-48B8-B0C5-57D6C19AFFE1}" dt="2025-11-11T11:29:40.787" v="685" actId="20577"/>
          <ac:spMkLst>
            <pc:docMk/>
            <pc:sldMk cId="2367845497" sldId="284"/>
            <ac:spMk id="3" creationId="{CB00E04C-D31B-ED3D-ED62-F5F3ECE88FCF}"/>
          </ac:spMkLst>
        </pc:spChg>
        <pc:spChg chg="mod">
          <ac:chgData name="Mladen Borovič" userId="b42f88c1-a761-41f8-ba08-c119211cc4a8" providerId="ADAL" clId="{5DDEE7F4-0302-48B8-B0C5-57D6C19AFFE1}" dt="2025-11-11T11:43:29.143" v="1998" actId="20577"/>
          <ac:spMkLst>
            <pc:docMk/>
            <pc:sldMk cId="2367845497" sldId="284"/>
            <ac:spMk id="4" creationId="{7260B581-509F-41C9-B2A6-1C27746E6F41}"/>
          </ac:spMkLst>
        </pc:spChg>
      </pc:sldChg>
      <pc:sldChg chg="modSp add mod">
        <pc:chgData name="Mladen Borovič" userId="b42f88c1-a761-41f8-ba08-c119211cc4a8" providerId="ADAL" clId="{5DDEE7F4-0302-48B8-B0C5-57D6C19AFFE1}" dt="2025-11-11T12:34:52.581" v="3829" actId="20577"/>
        <pc:sldMkLst>
          <pc:docMk/>
          <pc:sldMk cId="1437674498" sldId="289"/>
        </pc:sldMkLst>
        <pc:spChg chg="mod">
          <ac:chgData name="Mladen Borovič" userId="b42f88c1-a761-41f8-ba08-c119211cc4a8" providerId="ADAL" clId="{5DDEE7F4-0302-48B8-B0C5-57D6C19AFFE1}" dt="2025-11-11T12:34:52.581" v="3829" actId="20577"/>
          <ac:spMkLst>
            <pc:docMk/>
            <pc:sldMk cId="1437674498" sldId="289"/>
            <ac:spMk id="4" creationId="{00000000-0000-0000-0000-000000000000}"/>
          </ac:spMkLst>
        </pc:spChg>
      </pc:sldChg>
      <pc:sldChg chg="add del">
        <pc:chgData name="Mladen Borovič" userId="b42f88c1-a761-41f8-ba08-c119211cc4a8" providerId="ADAL" clId="{5DDEE7F4-0302-48B8-B0C5-57D6C19AFFE1}" dt="2025-11-11T11:21:01.814" v="6" actId="47"/>
        <pc:sldMkLst>
          <pc:docMk/>
          <pc:sldMk cId="1373275916" sldId="290"/>
        </pc:sldMkLst>
      </pc:sldChg>
      <pc:sldChg chg="add del">
        <pc:chgData name="Mladen Borovič" userId="b42f88c1-a761-41f8-ba08-c119211cc4a8" providerId="ADAL" clId="{5DDEE7F4-0302-48B8-B0C5-57D6C19AFFE1}" dt="2025-11-11T11:20:59.870" v="4" actId="47"/>
        <pc:sldMkLst>
          <pc:docMk/>
          <pc:sldMk cId="2858556112" sldId="291"/>
        </pc:sldMkLst>
      </pc:sldChg>
      <pc:sldChg chg="addSp modSp add mod">
        <pc:chgData name="Mladen Borovič" userId="b42f88c1-a761-41f8-ba08-c119211cc4a8" providerId="ADAL" clId="{5DDEE7F4-0302-48B8-B0C5-57D6C19AFFE1}" dt="2025-11-11T12:27:48.761" v="3800" actId="20577"/>
        <pc:sldMkLst>
          <pc:docMk/>
          <pc:sldMk cId="1692740273" sldId="292"/>
        </pc:sldMkLst>
        <pc:spChg chg="mod">
          <ac:chgData name="Mladen Borovič" userId="b42f88c1-a761-41f8-ba08-c119211cc4a8" providerId="ADAL" clId="{5DDEE7F4-0302-48B8-B0C5-57D6C19AFFE1}" dt="2025-11-11T11:55:32.843" v="2187" actId="20577"/>
          <ac:spMkLst>
            <pc:docMk/>
            <pc:sldMk cId="1692740273" sldId="292"/>
            <ac:spMk id="3" creationId="{79DCC15E-DA08-D8AE-5F21-2D90F2904788}"/>
          </ac:spMkLst>
        </pc:spChg>
        <pc:spChg chg="mod">
          <ac:chgData name="Mladen Borovič" userId="b42f88c1-a761-41f8-ba08-c119211cc4a8" providerId="ADAL" clId="{5DDEE7F4-0302-48B8-B0C5-57D6C19AFFE1}" dt="2025-11-11T12:27:48.761" v="3800" actId="20577"/>
          <ac:spMkLst>
            <pc:docMk/>
            <pc:sldMk cId="1692740273" sldId="292"/>
            <ac:spMk id="4" creationId="{2D8BA652-AE41-DBC0-4593-BB845D070F09}"/>
          </ac:spMkLst>
        </pc:spChg>
        <pc:picChg chg="add mod ord">
          <ac:chgData name="Mladen Borovič" userId="b42f88c1-a761-41f8-ba08-c119211cc4a8" providerId="ADAL" clId="{5DDEE7F4-0302-48B8-B0C5-57D6C19AFFE1}" dt="2025-11-11T12:13:29.370" v="2797" actId="1076"/>
          <ac:picMkLst>
            <pc:docMk/>
            <pc:sldMk cId="1692740273" sldId="292"/>
            <ac:picMk id="6" creationId="{7840DE94-8140-B2C1-9474-74EF6B2BC57D}"/>
          </ac:picMkLst>
        </pc:picChg>
        <pc:picChg chg="add mod ord">
          <ac:chgData name="Mladen Borovič" userId="b42f88c1-a761-41f8-ba08-c119211cc4a8" providerId="ADAL" clId="{5DDEE7F4-0302-48B8-B0C5-57D6C19AFFE1}" dt="2025-11-11T12:11:05.370" v="2677" actId="167"/>
          <ac:picMkLst>
            <pc:docMk/>
            <pc:sldMk cId="1692740273" sldId="292"/>
            <ac:picMk id="8" creationId="{4417A313-E2D4-67F4-93F5-8E5FAF4C43E4}"/>
          </ac:picMkLst>
        </pc:picChg>
      </pc:sldChg>
      <pc:sldChg chg="modSp add mod">
        <pc:chgData name="Mladen Borovič" userId="b42f88c1-a761-41f8-ba08-c119211cc4a8" providerId="ADAL" clId="{5DDEE7F4-0302-48B8-B0C5-57D6C19AFFE1}" dt="2025-11-11T12:27:06.866" v="3793" actId="207"/>
        <pc:sldMkLst>
          <pc:docMk/>
          <pc:sldMk cId="2716679959" sldId="293"/>
        </pc:sldMkLst>
        <pc:spChg chg="mod">
          <ac:chgData name="Mladen Borovič" userId="b42f88c1-a761-41f8-ba08-c119211cc4a8" providerId="ADAL" clId="{5DDEE7F4-0302-48B8-B0C5-57D6C19AFFE1}" dt="2025-11-11T12:19:18.748" v="3172" actId="20577"/>
          <ac:spMkLst>
            <pc:docMk/>
            <pc:sldMk cId="2716679959" sldId="293"/>
            <ac:spMk id="3" creationId="{F178D8DE-EA72-6BD1-F63C-202D50FCE5FD}"/>
          </ac:spMkLst>
        </pc:spChg>
        <pc:spChg chg="mod">
          <ac:chgData name="Mladen Borovič" userId="b42f88c1-a761-41f8-ba08-c119211cc4a8" providerId="ADAL" clId="{5DDEE7F4-0302-48B8-B0C5-57D6C19AFFE1}" dt="2025-11-11T12:27:06.866" v="3793" actId="207"/>
          <ac:spMkLst>
            <pc:docMk/>
            <pc:sldMk cId="2716679959" sldId="293"/>
            <ac:spMk id="4" creationId="{09B2FB0A-F691-5E34-5953-2140118C952B}"/>
          </ac:spMkLst>
        </pc:spChg>
      </pc:sldChg>
      <pc:sldChg chg="add del">
        <pc:chgData name="Mladen Borovič" userId="b42f88c1-a761-41f8-ba08-c119211cc4a8" providerId="ADAL" clId="{5DDEE7F4-0302-48B8-B0C5-57D6C19AFFE1}" dt="2025-11-11T11:21:03.168" v="8" actId="47"/>
        <pc:sldMkLst>
          <pc:docMk/>
          <pc:sldMk cId="2639258742" sldId="294"/>
        </pc:sldMkLst>
      </pc:sldChg>
      <pc:sldChg chg="add del">
        <pc:chgData name="Mladen Borovič" userId="b42f88c1-a761-41f8-ba08-c119211cc4a8" providerId="ADAL" clId="{5DDEE7F4-0302-48B8-B0C5-57D6C19AFFE1}" dt="2025-11-11T11:21:02.670" v="7" actId="47"/>
        <pc:sldMkLst>
          <pc:docMk/>
          <pc:sldMk cId="2065424526" sldId="295"/>
        </pc:sldMkLst>
      </pc:sldChg>
      <pc:sldChg chg="modSp add mod">
        <pc:chgData name="Mladen Borovič" userId="b42f88c1-a761-41f8-ba08-c119211cc4a8" providerId="ADAL" clId="{5DDEE7F4-0302-48B8-B0C5-57D6C19AFFE1}" dt="2025-11-11T11:45:51.073" v="2185" actId="207"/>
        <pc:sldMkLst>
          <pc:docMk/>
          <pc:sldMk cId="2137142764" sldId="296"/>
        </pc:sldMkLst>
        <pc:spChg chg="mod">
          <ac:chgData name="Mladen Borovič" userId="b42f88c1-a761-41f8-ba08-c119211cc4a8" providerId="ADAL" clId="{5DDEE7F4-0302-48B8-B0C5-57D6C19AFFE1}" dt="2025-11-11T11:41:41.306" v="1662" actId="20577"/>
          <ac:spMkLst>
            <pc:docMk/>
            <pc:sldMk cId="2137142764" sldId="296"/>
            <ac:spMk id="3" creationId="{386A3217-3DBC-EBB3-AF23-542F30B27B4F}"/>
          </ac:spMkLst>
        </pc:spChg>
        <pc:spChg chg="mod">
          <ac:chgData name="Mladen Borovič" userId="b42f88c1-a761-41f8-ba08-c119211cc4a8" providerId="ADAL" clId="{5DDEE7F4-0302-48B8-B0C5-57D6C19AFFE1}" dt="2025-11-11T11:45:51.073" v="2185" actId="207"/>
          <ac:spMkLst>
            <pc:docMk/>
            <pc:sldMk cId="2137142764" sldId="296"/>
            <ac:spMk id="4" creationId="{991ADE54-37E7-2E01-22C0-AD4B9ABE7AE5}"/>
          </ac:spMkLst>
        </pc:spChg>
      </pc:sldChg>
      <pc:sldChg chg="add del">
        <pc:chgData name="Mladen Borovič" userId="b42f88c1-a761-41f8-ba08-c119211cc4a8" providerId="ADAL" clId="{5DDEE7F4-0302-48B8-B0C5-57D6C19AFFE1}" dt="2025-11-11T11:21:00.766" v="5" actId="47"/>
        <pc:sldMkLst>
          <pc:docMk/>
          <pc:sldMk cId="4245508232" sldId="297"/>
        </pc:sldMkLst>
      </pc:sldChg>
      <pc:sldChg chg="add del">
        <pc:chgData name="Mladen Borovič" userId="b42f88c1-a761-41f8-ba08-c119211cc4a8" providerId="ADAL" clId="{5DDEE7F4-0302-48B8-B0C5-57D6C19AFFE1}" dt="2025-11-11T11:20:58.798" v="3" actId="47"/>
        <pc:sldMkLst>
          <pc:docMk/>
          <pc:sldMk cId="2648669470" sldId="298"/>
        </pc:sldMkLst>
      </pc:sldChg>
      <pc:sldChg chg="add">
        <pc:chgData name="Mladen Borovič" userId="b42f88c1-a761-41f8-ba08-c119211cc4a8" providerId="ADAL" clId="{5DDEE7F4-0302-48B8-B0C5-57D6C19AFFE1}" dt="2025-11-11T11:20:51.481" v="0"/>
        <pc:sldMkLst>
          <pc:docMk/>
          <pc:sldMk cId="3388052082" sldId="299"/>
        </pc:sldMkLst>
      </pc:sldChg>
      <pc:sldChg chg="addSp delSp modSp add mod">
        <pc:chgData name="Mladen Borovič" userId="b42f88c1-a761-41f8-ba08-c119211cc4a8" providerId="ADAL" clId="{5DDEE7F4-0302-48B8-B0C5-57D6C19AFFE1}" dt="2025-11-11T11:37:35.014" v="1464" actId="14826"/>
        <pc:sldMkLst>
          <pc:docMk/>
          <pc:sldMk cId="4000107817" sldId="300"/>
        </pc:sldMkLst>
        <pc:spChg chg="mod">
          <ac:chgData name="Mladen Borovič" userId="b42f88c1-a761-41f8-ba08-c119211cc4a8" providerId="ADAL" clId="{5DDEE7F4-0302-48B8-B0C5-57D6C19AFFE1}" dt="2025-11-11T11:35:04.823" v="1458" actId="20577"/>
          <ac:spMkLst>
            <pc:docMk/>
            <pc:sldMk cId="4000107817" sldId="300"/>
            <ac:spMk id="3" creationId="{31539FBA-803A-B9C5-3E23-0DCB993B91E3}"/>
          </ac:spMkLst>
        </pc:spChg>
        <pc:spChg chg="del">
          <ac:chgData name="Mladen Borovič" userId="b42f88c1-a761-41f8-ba08-c119211cc4a8" providerId="ADAL" clId="{5DDEE7F4-0302-48B8-B0C5-57D6C19AFFE1}" dt="2025-11-11T11:35:07.472" v="1459" actId="478"/>
          <ac:spMkLst>
            <pc:docMk/>
            <pc:sldMk cId="4000107817" sldId="300"/>
            <ac:spMk id="4" creationId="{A253D512-93A0-D927-9A56-7E3B29F1F709}"/>
          </ac:spMkLst>
        </pc:spChg>
        <pc:spChg chg="add del mod">
          <ac:chgData name="Mladen Borovič" userId="b42f88c1-a761-41f8-ba08-c119211cc4a8" providerId="ADAL" clId="{5DDEE7F4-0302-48B8-B0C5-57D6C19AFFE1}" dt="2025-11-11T11:35:08.496" v="1460" actId="478"/>
          <ac:spMkLst>
            <pc:docMk/>
            <pc:sldMk cId="4000107817" sldId="300"/>
            <ac:spMk id="5" creationId="{ED8E6525-6E87-BADA-185A-03433EC87E91}"/>
          </ac:spMkLst>
        </pc:spChg>
        <pc:picChg chg="add mod">
          <ac:chgData name="Mladen Borovič" userId="b42f88c1-a761-41f8-ba08-c119211cc4a8" providerId="ADAL" clId="{5DDEE7F4-0302-48B8-B0C5-57D6C19AFFE1}" dt="2025-11-11T11:37:35.014" v="1464" actId="14826"/>
          <ac:picMkLst>
            <pc:docMk/>
            <pc:sldMk cId="4000107817" sldId="300"/>
            <ac:picMk id="7" creationId="{F28B83CD-AA58-262D-FCC2-E4F4EE3FBA59}"/>
          </ac:picMkLst>
        </pc:picChg>
      </pc:sldChg>
      <pc:sldChg chg="modSp add mod">
        <pc:chgData name="Mladen Borovič" userId="b42f88c1-a761-41f8-ba08-c119211cc4a8" providerId="ADAL" clId="{5DDEE7F4-0302-48B8-B0C5-57D6C19AFFE1}" dt="2025-11-11T12:27:40.628" v="3796" actId="20577"/>
        <pc:sldMkLst>
          <pc:docMk/>
          <pc:sldMk cId="2636376610" sldId="301"/>
        </pc:sldMkLst>
        <pc:spChg chg="mod">
          <ac:chgData name="Mladen Borovič" userId="b42f88c1-a761-41f8-ba08-c119211cc4a8" providerId="ADAL" clId="{5DDEE7F4-0302-48B8-B0C5-57D6C19AFFE1}" dt="2025-11-11T12:11:53.731" v="2679" actId="20577"/>
          <ac:spMkLst>
            <pc:docMk/>
            <pc:sldMk cId="2636376610" sldId="301"/>
            <ac:spMk id="3" creationId="{A41F7A7C-0062-94C3-EC01-24047E139B14}"/>
          </ac:spMkLst>
        </pc:spChg>
        <pc:spChg chg="mod">
          <ac:chgData name="Mladen Borovič" userId="b42f88c1-a761-41f8-ba08-c119211cc4a8" providerId="ADAL" clId="{5DDEE7F4-0302-48B8-B0C5-57D6C19AFFE1}" dt="2025-11-11T12:27:40.628" v="3796" actId="20577"/>
          <ac:spMkLst>
            <pc:docMk/>
            <pc:sldMk cId="2636376610" sldId="301"/>
            <ac:spMk id="4" creationId="{7481D718-604F-903A-D353-9A9429B40A5C}"/>
          </ac:spMkLst>
        </pc:spChg>
      </pc:sldChg>
      <pc:sldChg chg="addSp delSp modSp add mod ord">
        <pc:chgData name="Mladen Borovič" userId="b42f88c1-a761-41f8-ba08-c119211cc4a8" providerId="ADAL" clId="{5DDEE7F4-0302-48B8-B0C5-57D6C19AFFE1}" dt="2025-11-11T12:19:52.209" v="3180" actId="1076"/>
        <pc:sldMkLst>
          <pc:docMk/>
          <pc:sldMk cId="1026848608" sldId="302"/>
        </pc:sldMkLst>
        <pc:picChg chg="add mod">
          <ac:chgData name="Mladen Borovič" userId="b42f88c1-a761-41f8-ba08-c119211cc4a8" providerId="ADAL" clId="{5DDEE7F4-0302-48B8-B0C5-57D6C19AFFE1}" dt="2025-11-11T12:19:52.209" v="3180" actId="1076"/>
          <ac:picMkLst>
            <pc:docMk/>
            <pc:sldMk cId="1026848608" sldId="302"/>
            <ac:picMk id="5" creationId="{106C751E-7156-4459-6387-683F37727211}"/>
          </ac:picMkLst>
        </pc:picChg>
        <pc:picChg chg="del">
          <ac:chgData name="Mladen Borovič" userId="b42f88c1-a761-41f8-ba08-c119211cc4a8" providerId="ADAL" clId="{5DDEE7F4-0302-48B8-B0C5-57D6C19AFFE1}" dt="2025-11-11T12:19:43.577" v="3176" actId="478"/>
          <ac:picMkLst>
            <pc:docMk/>
            <pc:sldMk cId="1026848608" sldId="302"/>
            <ac:picMk id="7" creationId="{320D83F2-C71D-B01B-D42C-338031794686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grada glav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l-SI"/>
          </a:p>
        </p:txBody>
      </p:sp>
      <p:sp>
        <p:nvSpPr>
          <p:cNvPr id="3" name="Ograda datuma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507825-8529-4B4B-97B0-58DFFD3405C8}" type="datetimeFigureOut">
              <a:rPr lang="sl-SI" smtClean="0"/>
              <a:t>11. 11. 2025</a:t>
            </a:fld>
            <a:endParaRPr lang="sl-SI"/>
          </a:p>
        </p:txBody>
      </p:sp>
      <p:sp>
        <p:nvSpPr>
          <p:cNvPr id="4" name="Ograda noge 3"/>
          <p:cNvSpPr>
            <a:spLocks noGrp="1"/>
          </p:cNvSpPr>
          <p:nvPr>
            <p:ph type="ftr" sz="quarter" idx="2"/>
          </p:nvPr>
        </p:nvSpPr>
        <p:spPr>
          <a:xfrm>
            <a:off x="0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l-SI"/>
          </a:p>
        </p:txBody>
      </p:sp>
      <p:sp>
        <p:nvSpPr>
          <p:cNvPr id="5" name="Ograda številke diapozitiva 4"/>
          <p:cNvSpPr>
            <a:spLocks noGrp="1"/>
          </p:cNvSpPr>
          <p:nvPr>
            <p:ph type="sldNum" sz="quarter" idx="3"/>
          </p:nvPr>
        </p:nvSpPr>
        <p:spPr>
          <a:xfrm>
            <a:off x="3850443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06B28D-31DF-4F79-8439-A95A0F237830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9906273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l-SI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F719EA-6195-4091-963B-595724FFC946}" type="datetimeFigureOut">
              <a:rPr lang="sl-SI" smtClean="0"/>
              <a:t>11. 11. 2025</a:t>
            </a:fld>
            <a:endParaRPr lang="sl-SI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31863" y="741363"/>
            <a:ext cx="4933950" cy="3702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l-SI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690269"/>
            <a:ext cx="5438140" cy="444341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l-S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l-S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BB775F-F8D6-4738-A0EF-069010D5B146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4272381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l-S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BB775F-F8D6-4738-A0EF-069010D5B146}" type="slidenum">
              <a:rPr lang="sl-SI" smtClean="0"/>
              <a:t>1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4473086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l-S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BB775F-F8D6-4738-A0EF-069010D5B146}" type="slidenum">
              <a:rPr lang="sl-SI" smtClean="0"/>
              <a:t>9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2654652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>
  <p:cSld name="Naslovni diapoziti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1331640" y="1320801"/>
            <a:ext cx="6696744" cy="2684264"/>
          </a:xfrm>
        </p:spPr>
        <p:txBody>
          <a:bodyPr anchor="b"/>
          <a:lstStyle>
            <a:lvl1pPr algn="ctr">
              <a:defRPr sz="4400">
                <a:latin typeface="Calibri" pitchFamily="34" charset="0"/>
              </a:defRPr>
            </a:lvl1pPr>
          </a:lstStyle>
          <a:p>
            <a:pPr lvl="0"/>
            <a:r>
              <a:rPr lang="sl-SI" noProof="0"/>
              <a:t>Glavni naslov</a:t>
            </a:r>
            <a:endParaRPr lang="en-GB" noProof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1331640" y="4221089"/>
            <a:ext cx="6688832" cy="172784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3200">
                <a:solidFill>
                  <a:schemeClr val="bg1">
                    <a:lumMod val="65000"/>
                  </a:schemeClr>
                </a:solidFill>
                <a:latin typeface="Calibri" pitchFamily="34" charset="0"/>
              </a:defRPr>
            </a:lvl1pPr>
          </a:lstStyle>
          <a:p>
            <a:pPr lvl="0"/>
            <a:r>
              <a:rPr lang="sl-SI" noProof="0"/>
              <a:t>Podnaslov</a:t>
            </a:r>
            <a:endParaRPr lang="en-GB" noProof="0"/>
          </a:p>
        </p:txBody>
      </p:sp>
      <p:pic>
        <p:nvPicPr>
          <p:cNvPr id="2" name="Slika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4168" y="260648"/>
            <a:ext cx="2448272" cy="1337064"/>
          </a:xfrm>
          <a:prstGeom prst="rect">
            <a:avLst/>
          </a:prstGeom>
        </p:spPr>
      </p:pic>
      <p:pic>
        <p:nvPicPr>
          <p:cNvPr id="7" name="Slika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49" y="6417559"/>
            <a:ext cx="380953" cy="323810"/>
          </a:xfrm>
          <a:prstGeom prst="rect">
            <a:avLst/>
          </a:prstGeom>
        </p:spPr>
      </p:pic>
      <p:sp>
        <p:nvSpPr>
          <p:cNvPr id="8" name="PoljeZBesedilom 7"/>
          <p:cNvSpPr txBox="1"/>
          <p:nvPr userDrawn="1"/>
        </p:nvSpPr>
        <p:spPr>
          <a:xfrm>
            <a:off x="488500" y="6440964"/>
            <a:ext cx="17892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sz="1200" dirty="0">
                <a:solidFill>
                  <a:srgbClr val="000000"/>
                </a:solidFill>
              </a:rPr>
              <a:t>Inštitut za računalništvo</a:t>
            </a:r>
          </a:p>
        </p:txBody>
      </p:sp>
      <p:sp>
        <p:nvSpPr>
          <p:cNvPr id="10" name="PoljeZBesedilom 9"/>
          <p:cNvSpPr txBox="1"/>
          <p:nvPr userDrawn="1"/>
        </p:nvSpPr>
        <p:spPr>
          <a:xfrm>
            <a:off x="4998455" y="6464369"/>
            <a:ext cx="34050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sz="1200" dirty="0">
                <a:solidFill>
                  <a:srgbClr val="000000"/>
                </a:solidFill>
              </a:rPr>
              <a:t>Laboratorij za heterogene računalniške sisteme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416" y="6290062"/>
            <a:ext cx="692322" cy="562512"/>
          </a:xfrm>
          <a:prstGeom prst="rect">
            <a:avLst/>
          </a:prstGeom>
        </p:spPr>
      </p:pic>
      <p:pic>
        <p:nvPicPr>
          <p:cNvPr id="1026" name="Picture 2" descr="http://cs.feri.um.si/site/assets/files/1066/logo_gemma.png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3413" y="5874056"/>
            <a:ext cx="695325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PoljeZBesedilom 9"/>
          <p:cNvSpPr txBox="1"/>
          <p:nvPr userDrawn="1"/>
        </p:nvSpPr>
        <p:spPr>
          <a:xfrm>
            <a:off x="3090881" y="5948934"/>
            <a:ext cx="53126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sz="1200" dirty="0">
                <a:solidFill>
                  <a:srgbClr val="000000"/>
                </a:solidFill>
              </a:rPr>
              <a:t>Laboratorij za </a:t>
            </a:r>
            <a:r>
              <a:rPr lang="sl-SI" sz="1200" dirty="0" err="1">
                <a:solidFill>
                  <a:srgbClr val="000000"/>
                </a:solidFill>
              </a:rPr>
              <a:t>geoprostorsko</a:t>
            </a:r>
            <a:r>
              <a:rPr lang="sl-SI" sz="1200" dirty="0">
                <a:solidFill>
                  <a:srgbClr val="000000"/>
                </a:solidFill>
              </a:rPr>
              <a:t> modeliranje, multimedijo in umetno inteligenco</a:t>
            </a:r>
          </a:p>
        </p:txBody>
      </p:sp>
    </p:spTree>
    <p:extLst>
      <p:ext uri="{BB962C8B-B14F-4D97-AF65-F5344CB8AC3E}">
        <p14:creationId xmlns:p14="http://schemas.microsoft.com/office/powerpoint/2010/main" val="2241087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slov in vseb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63396" y="6381328"/>
            <a:ext cx="898659" cy="39290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rgbClr val="006A8E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869A43B6-4A72-4A6E-B3BC-4E1A4B5DD1B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 sz="4400"/>
            </a:lvl1pPr>
          </a:lstStyle>
          <a:p>
            <a:r>
              <a:rPr lang="en-US"/>
              <a:t>Naslov strani</a:t>
            </a:r>
            <a:endParaRPr lang="sl-SI"/>
          </a:p>
        </p:txBody>
      </p:sp>
      <p:sp>
        <p:nvSpPr>
          <p:cNvPr id="8" name="Content Placeholder 2"/>
          <p:cNvSpPr>
            <a:spLocks noGrp="1"/>
          </p:cNvSpPr>
          <p:nvPr>
            <p:ph idx="1" hasCustomPrompt="1"/>
          </p:nvPr>
        </p:nvSpPr>
        <p:spPr>
          <a:xfrm>
            <a:off x="685800" y="1628800"/>
            <a:ext cx="7772400" cy="46085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sl-SI" dirty="0"/>
              <a:t>Tekst</a:t>
            </a:r>
            <a:endParaRPr lang="en-US" dirty="0"/>
          </a:p>
          <a:p>
            <a:pPr lvl="1"/>
            <a:r>
              <a:rPr lang="sl-SI" dirty="0"/>
              <a:t>Druga raven</a:t>
            </a:r>
            <a:endParaRPr lang="en-US" dirty="0"/>
          </a:p>
          <a:p>
            <a:pPr lvl="2"/>
            <a:r>
              <a:rPr lang="sl-SI" dirty="0"/>
              <a:t>Tretja raven</a:t>
            </a:r>
            <a:endParaRPr lang="en-US" dirty="0"/>
          </a:p>
          <a:p>
            <a:pPr lvl="3"/>
            <a:r>
              <a:rPr lang="sl-SI" dirty="0"/>
              <a:t>Četrta raven</a:t>
            </a:r>
            <a:endParaRPr lang="en-US" dirty="0"/>
          </a:p>
          <a:p>
            <a:pPr lvl="4"/>
            <a:r>
              <a:rPr lang="sl-SI" dirty="0"/>
              <a:t>Peta raven</a:t>
            </a:r>
          </a:p>
        </p:txBody>
      </p:sp>
    </p:spTree>
    <p:extLst>
      <p:ext uri="{BB962C8B-B14F-4D97-AF65-F5344CB8AC3E}">
        <p14:creationId xmlns:p14="http://schemas.microsoft.com/office/powerpoint/2010/main" val="2342466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85800" y="1628800"/>
            <a:ext cx="7772400" cy="46085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sl-SI"/>
              <a:t>Tekst</a:t>
            </a:r>
            <a:endParaRPr lang="en-US"/>
          </a:p>
          <a:p>
            <a:pPr lvl="1"/>
            <a:r>
              <a:rPr lang="sl-SI"/>
              <a:t>Druga raven</a:t>
            </a:r>
            <a:endParaRPr lang="en-US"/>
          </a:p>
          <a:p>
            <a:pPr lvl="2"/>
            <a:r>
              <a:rPr lang="sl-SI"/>
              <a:t>Tretja raven</a:t>
            </a:r>
            <a:endParaRPr lang="en-US"/>
          </a:p>
          <a:p>
            <a:pPr lvl="3"/>
            <a:r>
              <a:rPr lang="sl-SI"/>
              <a:t>Četrta raven</a:t>
            </a:r>
            <a:endParaRPr lang="en-US"/>
          </a:p>
          <a:p>
            <a:pPr lvl="4"/>
            <a:r>
              <a:rPr lang="sl-SI"/>
              <a:t>Peta raven</a:t>
            </a:r>
          </a:p>
        </p:txBody>
      </p:sp>
      <p:sp>
        <p:nvSpPr>
          <p:cNvPr id="13" name="Title 1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Naslov strani</a:t>
            </a:r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438483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e vseb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33400" y="476673"/>
            <a:ext cx="8153400" cy="1047328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en-US"/>
              <a:t>Naslov strani</a:t>
            </a:r>
            <a:endParaRPr lang="sl-SI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85800" y="1628800"/>
            <a:ext cx="3810000" cy="46085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sl-SI"/>
              <a:t>Tekst</a:t>
            </a:r>
            <a:endParaRPr lang="en-US"/>
          </a:p>
          <a:p>
            <a:pPr lvl="1"/>
            <a:r>
              <a:rPr lang="sl-SI"/>
              <a:t>Druga raven</a:t>
            </a:r>
            <a:endParaRPr lang="en-US"/>
          </a:p>
          <a:p>
            <a:pPr lvl="2"/>
            <a:r>
              <a:rPr lang="sl-SI"/>
              <a:t>Tretja raven</a:t>
            </a:r>
            <a:endParaRPr lang="en-US"/>
          </a:p>
          <a:p>
            <a:pPr lvl="3"/>
            <a:r>
              <a:rPr lang="sl-SI"/>
              <a:t>Četrta raven</a:t>
            </a:r>
            <a:endParaRPr lang="en-US"/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48200" y="1628800"/>
            <a:ext cx="3810000" cy="46085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sl-SI"/>
              <a:t>Tekst</a:t>
            </a:r>
            <a:endParaRPr lang="en-US"/>
          </a:p>
          <a:p>
            <a:pPr lvl="1"/>
            <a:r>
              <a:rPr lang="sl-SI"/>
              <a:t>Druga raven</a:t>
            </a:r>
            <a:endParaRPr lang="en-US"/>
          </a:p>
          <a:p>
            <a:pPr lvl="2"/>
            <a:r>
              <a:rPr lang="sl-SI"/>
              <a:t>Tretja raven</a:t>
            </a:r>
            <a:endParaRPr lang="en-US"/>
          </a:p>
          <a:p>
            <a:pPr lvl="3"/>
            <a:r>
              <a:rPr lang="sl-SI"/>
              <a:t>Četrta raven</a:t>
            </a:r>
            <a:endParaRPr lang="en-US"/>
          </a:p>
          <a:p>
            <a:pPr lvl="4"/>
            <a:r>
              <a:rPr lang="sl-SI"/>
              <a:t>Peta raven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63396" y="6381328"/>
            <a:ext cx="898659" cy="39290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006A8E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869A43B6-4A72-4A6E-B3BC-4E1A4B5DD1B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491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33400" y="476673"/>
            <a:ext cx="8153400" cy="1047328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en-US"/>
              <a:t>Naslov strani</a:t>
            </a:r>
            <a:endParaRPr lang="sl-SI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85800" y="1628800"/>
            <a:ext cx="3810000" cy="46085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sl-SI"/>
              <a:t>Tekst</a:t>
            </a:r>
            <a:endParaRPr lang="en-US"/>
          </a:p>
          <a:p>
            <a:pPr lvl="1"/>
            <a:r>
              <a:rPr lang="sl-SI"/>
              <a:t>Druga raven</a:t>
            </a:r>
            <a:endParaRPr lang="en-US"/>
          </a:p>
          <a:p>
            <a:pPr lvl="2"/>
            <a:r>
              <a:rPr lang="sl-SI"/>
              <a:t>Tretja raven</a:t>
            </a:r>
            <a:endParaRPr lang="en-US"/>
          </a:p>
          <a:p>
            <a:pPr lvl="3"/>
            <a:r>
              <a:rPr lang="sl-SI"/>
              <a:t>Četrta raven</a:t>
            </a:r>
            <a:endParaRPr lang="en-US"/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48200" y="1628800"/>
            <a:ext cx="3810000" cy="46085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sl-SI"/>
              <a:t>Tekst</a:t>
            </a:r>
            <a:endParaRPr lang="en-US"/>
          </a:p>
          <a:p>
            <a:pPr lvl="1"/>
            <a:r>
              <a:rPr lang="sl-SI"/>
              <a:t>Druga raven</a:t>
            </a:r>
            <a:endParaRPr lang="en-US"/>
          </a:p>
          <a:p>
            <a:pPr lvl="2"/>
            <a:r>
              <a:rPr lang="sl-SI"/>
              <a:t>Tretja raven</a:t>
            </a:r>
            <a:endParaRPr lang="en-US"/>
          </a:p>
          <a:p>
            <a:pPr lvl="3"/>
            <a:r>
              <a:rPr lang="sl-SI"/>
              <a:t>Četrta raven</a:t>
            </a:r>
            <a:endParaRPr lang="en-US"/>
          </a:p>
          <a:p>
            <a:pPr lvl="4"/>
            <a:r>
              <a:rPr lang="sl-SI"/>
              <a:t>Peta raven</a:t>
            </a:r>
          </a:p>
        </p:txBody>
      </p:sp>
    </p:spTree>
    <p:extLst>
      <p:ext uri="{BB962C8B-B14F-4D97-AF65-F5344CB8AC3E}">
        <p14:creationId xmlns:p14="http://schemas.microsoft.com/office/powerpoint/2010/main" val="1931776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amo naslo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33400" y="476673"/>
            <a:ext cx="8153400" cy="1047328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en-US"/>
              <a:t>Naslov strani</a:t>
            </a:r>
            <a:endParaRPr lang="sl-S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63396" y="6381328"/>
            <a:ext cx="898659" cy="39290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rgbClr val="006A8E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869A43B6-4A72-4A6E-B3BC-4E1A4B5DD1B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180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33400" y="476673"/>
            <a:ext cx="8153400" cy="1047328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en-US"/>
              <a:t>Naslov strani</a:t>
            </a:r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557107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az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8166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aslov in vseb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63396" y="6381328"/>
            <a:ext cx="898659" cy="39290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rgbClr val="006A8E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869A43B6-4A72-4A6E-B3BC-4E1A4B5DD1B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 sz="4400"/>
            </a:lvl1pPr>
          </a:lstStyle>
          <a:p>
            <a:r>
              <a:rPr lang="en-US"/>
              <a:t>Naslov strani</a:t>
            </a:r>
            <a:endParaRPr lang="sl-SI"/>
          </a:p>
        </p:txBody>
      </p:sp>
      <p:sp>
        <p:nvSpPr>
          <p:cNvPr id="8" name="Content Placeholder 2"/>
          <p:cNvSpPr>
            <a:spLocks noGrp="1"/>
          </p:cNvSpPr>
          <p:nvPr>
            <p:ph idx="1" hasCustomPrompt="1"/>
          </p:nvPr>
        </p:nvSpPr>
        <p:spPr>
          <a:xfrm>
            <a:off x="685800" y="1628800"/>
            <a:ext cx="7772400" cy="46085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sl-SI" dirty="0"/>
              <a:t>Tekst</a:t>
            </a:r>
            <a:endParaRPr lang="en-US" dirty="0"/>
          </a:p>
          <a:p>
            <a:pPr lvl="1"/>
            <a:r>
              <a:rPr lang="sl-SI" dirty="0"/>
              <a:t>Druga raven</a:t>
            </a:r>
            <a:endParaRPr lang="en-US" dirty="0"/>
          </a:p>
          <a:p>
            <a:pPr lvl="2"/>
            <a:r>
              <a:rPr lang="sl-SI" dirty="0"/>
              <a:t>Tretja raven</a:t>
            </a:r>
            <a:endParaRPr lang="en-US" dirty="0"/>
          </a:p>
          <a:p>
            <a:pPr lvl="3"/>
            <a:r>
              <a:rPr lang="sl-SI" dirty="0"/>
              <a:t>Četrta raven</a:t>
            </a:r>
            <a:endParaRPr lang="en-US" dirty="0"/>
          </a:p>
          <a:p>
            <a:pPr lvl="4"/>
            <a:r>
              <a:rPr lang="sl-SI" dirty="0"/>
              <a:t>Peta raven</a:t>
            </a:r>
          </a:p>
        </p:txBody>
      </p:sp>
    </p:spTree>
    <p:extLst>
      <p:ext uri="{BB962C8B-B14F-4D97-AF65-F5344CB8AC3E}">
        <p14:creationId xmlns:p14="http://schemas.microsoft.com/office/powerpoint/2010/main" val="3072845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476673"/>
            <a:ext cx="8153400" cy="104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4C4C4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sl-SI"/>
              <a:t>Naslov strani</a:t>
            </a:r>
            <a:endParaRPr lang="en-GB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28800"/>
            <a:ext cx="7772400" cy="4392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4C4C4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sl-SI"/>
              <a:t>Tekst</a:t>
            </a:r>
            <a:endParaRPr lang="en-US"/>
          </a:p>
          <a:p>
            <a:pPr lvl="1"/>
            <a:r>
              <a:rPr lang="sl-SI"/>
              <a:t>Druga raven</a:t>
            </a:r>
            <a:endParaRPr lang="en-US"/>
          </a:p>
          <a:p>
            <a:pPr lvl="2"/>
            <a:r>
              <a:rPr lang="sl-SI"/>
              <a:t>Tretja raven</a:t>
            </a:r>
            <a:endParaRPr lang="en-US"/>
          </a:p>
          <a:p>
            <a:pPr lvl="3"/>
            <a:r>
              <a:rPr lang="sl-SI"/>
              <a:t>Četrta raven</a:t>
            </a:r>
            <a:endParaRPr lang="en-US"/>
          </a:p>
          <a:p>
            <a:pPr lvl="4"/>
            <a:r>
              <a:rPr lang="sl-SI"/>
              <a:t>Peta raven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1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70" r:id="rId9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7" grpId="0" build="p" bldLvl="2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n"/>
        <a:defRPr sz="3200">
          <a:solidFill>
            <a:schemeClr val="tx1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sz="2800">
          <a:solidFill>
            <a:schemeClr val="tx1"/>
          </a:solidFill>
          <a:latin typeface="Calibri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sz="2400">
          <a:solidFill>
            <a:schemeClr val="tx1"/>
          </a:solidFill>
          <a:latin typeface="Calibri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baseline="0">
          <a:solidFill>
            <a:schemeClr val="tx1"/>
          </a:solidFill>
          <a:latin typeface="Calibri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9pPr>
    </p:bodyStyle>
    <p:otherStyle>
      <a:defPPr>
        <a:defRPr lang="sl-S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gi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320801"/>
            <a:ext cx="9144000" cy="2684264"/>
          </a:xfrm>
        </p:spPr>
        <p:txBody>
          <a:bodyPr/>
          <a:lstStyle/>
          <a:p>
            <a:pPr algn="ctr"/>
            <a:r>
              <a:rPr lang="en-SI" sz="3600" dirty="0" err="1"/>
              <a:t>Napredne</a:t>
            </a:r>
            <a:r>
              <a:rPr lang="en-SI" sz="3600" dirty="0"/>
              <a:t> </a:t>
            </a:r>
            <a:r>
              <a:rPr lang="en-SI" sz="3600" dirty="0" err="1"/>
              <a:t>arhitekture</a:t>
            </a:r>
            <a:r>
              <a:rPr lang="en-SI" sz="3600" dirty="0"/>
              <a:t> in </a:t>
            </a:r>
            <a:r>
              <a:rPr lang="en-SI" sz="3600" dirty="0" err="1"/>
              <a:t>učenje</a:t>
            </a:r>
            <a:r>
              <a:rPr lang="en-SI" sz="3600" dirty="0"/>
              <a:t> </a:t>
            </a:r>
            <a:r>
              <a:rPr lang="en-SI" sz="3600" dirty="0" err="1"/>
              <a:t>globokih</a:t>
            </a:r>
            <a:r>
              <a:rPr lang="en-SI" sz="3600" dirty="0"/>
              <a:t> </a:t>
            </a:r>
            <a:r>
              <a:rPr lang="en-SI" sz="3600" dirty="0" err="1"/>
              <a:t>nevronskih</a:t>
            </a:r>
            <a:r>
              <a:rPr lang="en-SI" sz="3600" dirty="0"/>
              <a:t> </a:t>
            </a:r>
            <a:r>
              <a:rPr lang="en-SI" sz="3600" dirty="0" err="1"/>
              <a:t>mrež</a:t>
            </a:r>
            <a:br>
              <a:rPr lang="en-GB" sz="3600" dirty="0"/>
            </a:br>
            <a:r>
              <a:rPr lang="en-GB" sz="3600" dirty="0"/>
              <a:t>(R-IT M</a:t>
            </a:r>
            <a:r>
              <a:rPr lang="en-SI" sz="3600" dirty="0"/>
              <a:t>AG</a:t>
            </a:r>
            <a:r>
              <a:rPr lang="en-GB" sz="3600" dirty="0"/>
              <a:t>)</a:t>
            </a:r>
            <a:endParaRPr lang="sl-SI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27584" y="4221088"/>
            <a:ext cx="6688832" cy="1727845"/>
          </a:xfrm>
        </p:spPr>
        <p:txBody>
          <a:bodyPr/>
          <a:lstStyle/>
          <a:p>
            <a:pPr algn="ctr"/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Vaja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SI" dirty="0">
                <a:solidFill>
                  <a:schemeClr val="bg1">
                    <a:lumMod val="50000"/>
                  </a:schemeClr>
                </a:solidFill>
              </a:rPr>
              <a:t>4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–</a:t>
            </a:r>
            <a:r>
              <a:rPr lang="sl-SI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SI" dirty="0" err="1">
                <a:solidFill>
                  <a:schemeClr val="bg1">
                    <a:lumMod val="50000"/>
                  </a:schemeClr>
                </a:solidFill>
              </a:rPr>
              <a:t>Globoko</a:t>
            </a:r>
            <a:r>
              <a:rPr lang="en-SI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SI" dirty="0" err="1">
                <a:solidFill>
                  <a:schemeClr val="bg1">
                    <a:lumMod val="50000"/>
                  </a:schemeClr>
                </a:solidFill>
              </a:rPr>
              <a:t>okrepitveno</a:t>
            </a:r>
            <a:r>
              <a:rPr lang="en-SI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SI" dirty="0" err="1">
                <a:solidFill>
                  <a:schemeClr val="bg1">
                    <a:lumMod val="50000"/>
                  </a:schemeClr>
                </a:solidFill>
              </a:rPr>
              <a:t>učenje</a:t>
            </a:r>
            <a:endParaRPr lang="sl-SI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5377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4B22EE0F-2D20-E7CF-CFBE-6BBB763C86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1375" y="1340768"/>
            <a:ext cx="4852625" cy="2781920"/>
          </a:xfrm>
          <a:prstGeom prst="rect">
            <a:avLst/>
          </a:prstGeom>
        </p:spPr>
      </p:pic>
      <p:sp>
        <p:nvSpPr>
          <p:cNvPr id="2" name="Ograda številke diapozitiva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69A43B6-4A72-4A6E-B3BC-4E1A4B5DD1B6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3" name="Naslov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Okrepitveno učenje</a:t>
            </a:r>
          </a:p>
        </p:txBody>
      </p:sp>
      <p:sp>
        <p:nvSpPr>
          <p:cNvPr id="4" name="Ograda vsebine 3"/>
          <p:cNvSpPr>
            <a:spLocks noGrp="1"/>
          </p:cNvSpPr>
          <p:nvPr>
            <p:ph idx="1"/>
          </p:nvPr>
        </p:nvSpPr>
        <p:spPr>
          <a:xfrm>
            <a:off x="0" y="1628800"/>
            <a:ext cx="9144000" cy="4608512"/>
          </a:xfrm>
          <a:ln>
            <a:noFill/>
          </a:ln>
        </p:spPr>
        <p:txBody>
          <a:bodyPr/>
          <a:lstStyle/>
          <a:p>
            <a:r>
              <a:rPr lang="sl-SI" sz="2000" dirty="0"/>
              <a:t>Učenje inteligentnih agentov</a:t>
            </a:r>
          </a:p>
          <a:p>
            <a:pPr lvl="1"/>
            <a:r>
              <a:rPr lang="sl-SI" sz="1800" dirty="0"/>
              <a:t>Pravilno delovanje =&gt; </a:t>
            </a:r>
            <a:r>
              <a:rPr lang="sl-SI" sz="1800" dirty="0">
                <a:solidFill>
                  <a:srgbClr val="0070C0"/>
                </a:solidFill>
              </a:rPr>
              <a:t>nagrada</a:t>
            </a:r>
          </a:p>
          <a:p>
            <a:pPr lvl="1"/>
            <a:r>
              <a:rPr lang="sl-SI" sz="1800" dirty="0"/>
              <a:t>Nepravilno delovanje =&gt; </a:t>
            </a:r>
            <a:r>
              <a:rPr lang="sl-SI" sz="1800" dirty="0">
                <a:solidFill>
                  <a:srgbClr val="C00000"/>
                </a:solidFill>
              </a:rPr>
              <a:t>kazen</a:t>
            </a:r>
          </a:p>
          <a:p>
            <a:endParaRPr lang="sl-SI" sz="2000" dirty="0"/>
          </a:p>
          <a:p>
            <a:r>
              <a:rPr lang="sl-SI" sz="2000" dirty="0"/>
              <a:t>Cilj je </a:t>
            </a:r>
            <a:r>
              <a:rPr lang="sl-SI" sz="2000" dirty="0">
                <a:solidFill>
                  <a:srgbClr val="0070C0"/>
                </a:solidFill>
              </a:rPr>
              <a:t>maksimizirati</a:t>
            </a:r>
            <a:r>
              <a:rPr lang="sl-SI" sz="2000" dirty="0"/>
              <a:t> nagrado</a:t>
            </a:r>
          </a:p>
          <a:p>
            <a:r>
              <a:rPr lang="sl-SI" sz="2000" dirty="0"/>
              <a:t>Raziskovanje (angl. </a:t>
            </a:r>
            <a:r>
              <a:rPr lang="sl-SI" sz="2000" dirty="0" err="1"/>
              <a:t>exploration</a:t>
            </a:r>
            <a:r>
              <a:rPr lang="sl-SI" sz="2000" dirty="0"/>
              <a:t>)</a:t>
            </a:r>
          </a:p>
          <a:p>
            <a:r>
              <a:rPr lang="sl-SI" sz="2000" dirty="0"/>
              <a:t>Izkoriščanje (angl. </a:t>
            </a:r>
            <a:r>
              <a:rPr lang="sl-SI" sz="2000" dirty="0" err="1"/>
              <a:t>exploitation</a:t>
            </a:r>
            <a:r>
              <a:rPr lang="sl-SI" sz="2000" dirty="0"/>
              <a:t>)</a:t>
            </a:r>
          </a:p>
          <a:p>
            <a:endParaRPr lang="sl-SI" sz="2000" dirty="0"/>
          </a:p>
          <a:p>
            <a:r>
              <a:rPr lang="sl-SI" sz="2000" dirty="0"/>
              <a:t>Ideja je najti </a:t>
            </a:r>
            <a:r>
              <a:rPr lang="sl-SI" sz="2000" dirty="0">
                <a:solidFill>
                  <a:srgbClr val="0070C0"/>
                </a:solidFill>
              </a:rPr>
              <a:t>ravnovesje</a:t>
            </a:r>
            <a:r>
              <a:rPr lang="sl-SI" sz="2000" dirty="0"/>
              <a:t> med raziskovanjem in izkoriščanjem</a:t>
            </a:r>
          </a:p>
          <a:p>
            <a:r>
              <a:rPr lang="sl-SI" sz="2000" dirty="0"/>
              <a:t>Opis problema z markovskim odločitvenim procesom</a:t>
            </a:r>
          </a:p>
          <a:p>
            <a:pPr lvl="1"/>
            <a:r>
              <a:rPr lang="sl-SI" sz="1800" dirty="0"/>
              <a:t>Množica stanj okolja in agenta (angl. </a:t>
            </a:r>
            <a:r>
              <a:rPr lang="sl-SI" sz="1800" dirty="0" err="1"/>
              <a:t>state</a:t>
            </a:r>
            <a:r>
              <a:rPr lang="sl-SI" sz="1800" dirty="0"/>
              <a:t> </a:t>
            </a:r>
            <a:r>
              <a:rPr lang="sl-SI" sz="1800" dirty="0" err="1"/>
              <a:t>space</a:t>
            </a:r>
            <a:r>
              <a:rPr lang="sl-SI" sz="1800" dirty="0"/>
              <a:t>)</a:t>
            </a:r>
          </a:p>
          <a:p>
            <a:pPr lvl="1"/>
            <a:r>
              <a:rPr lang="sl-SI" sz="1800" dirty="0"/>
              <a:t>Množica akcij (angl. </a:t>
            </a:r>
            <a:r>
              <a:rPr lang="sl-SI" sz="1800" dirty="0" err="1"/>
              <a:t>action</a:t>
            </a:r>
            <a:r>
              <a:rPr lang="sl-SI" sz="1800" dirty="0"/>
              <a:t> </a:t>
            </a:r>
            <a:r>
              <a:rPr lang="sl-SI" sz="1800" dirty="0" err="1"/>
              <a:t>space</a:t>
            </a:r>
            <a:r>
              <a:rPr lang="sl-SI" sz="1800" dirty="0"/>
              <a:t>)</a:t>
            </a:r>
          </a:p>
          <a:p>
            <a:endParaRPr lang="sl-SI" sz="2000" dirty="0"/>
          </a:p>
          <a:p>
            <a:r>
              <a:rPr lang="en-GB" sz="2000" dirty="0"/>
              <a:t>Q-</a:t>
            </a:r>
            <a:r>
              <a:rPr lang="en-GB" sz="2000" dirty="0" err="1"/>
              <a:t>učenje</a:t>
            </a:r>
            <a:endParaRPr lang="sl-SI" sz="2000" dirty="0"/>
          </a:p>
          <a:p>
            <a:pPr lvl="1"/>
            <a:endParaRPr lang="sl-SI" sz="1800" dirty="0"/>
          </a:p>
          <a:p>
            <a:endParaRPr lang="en-GB" sz="1800" dirty="0"/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789877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grada številke diapozitiva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69A43B6-4A72-4A6E-B3BC-4E1A4B5DD1B6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3" name="Naslov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Globoko</a:t>
            </a:r>
            <a:r>
              <a:rPr lang="en-GB" dirty="0"/>
              <a:t> o</a:t>
            </a:r>
            <a:r>
              <a:rPr lang="sl-SI" dirty="0" err="1"/>
              <a:t>krepitveno</a:t>
            </a:r>
            <a:r>
              <a:rPr lang="sl-SI" dirty="0"/>
              <a:t> učenje</a:t>
            </a:r>
          </a:p>
        </p:txBody>
      </p:sp>
      <p:sp>
        <p:nvSpPr>
          <p:cNvPr id="4" name="Ograda vsebine 3"/>
          <p:cNvSpPr>
            <a:spLocks noGrp="1"/>
          </p:cNvSpPr>
          <p:nvPr>
            <p:ph idx="1"/>
          </p:nvPr>
        </p:nvSpPr>
        <p:spPr>
          <a:xfrm>
            <a:off x="0" y="1628800"/>
            <a:ext cx="9144000" cy="4608512"/>
          </a:xfrm>
          <a:ln>
            <a:noFill/>
          </a:ln>
        </p:spPr>
        <p:txBody>
          <a:bodyPr/>
          <a:lstStyle/>
          <a:p>
            <a:r>
              <a:rPr lang="en-GB" sz="2000" dirty="0" err="1"/>
              <a:t>Razširitev</a:t>
            </a:r>
            <a:r>
              <a:rPr lang="en-GB" sz="2000" dirty="0"/>
              <a:t> </a:t>
            </a:r>
            <a:r>
              <a:rPr lang="en-GB" sz="2000" dirty="0" err="1"/>
              <a:t>okrepitvenega</a:t>
            </a:r>
            <a:r>
              <a:rPr lang="en-GB" sz="2000" dirty="0"/>
              <a:t> </a:t>
            </a:r>
            <a:r>
              <a:rPr lang="en-GB" sz="2000" dirty="0" err="1"/>
              <a:t>učenja</a:t>
            </a:r>
            <a:r>
              <a:rPr lang="en-GB" sz="2000" dirty="0"/>
              <a:t> z </a:t>
            </a:r>
            <a:r>
              <a:rPr lang="en-GB" sz="2000" dirty="0" err="1">
                <a:solidFill>
                  <a:srgbClr val="C00000"/>
                </a:solidFill>
              </a:rPr>
              <a:t>globokimi</a:t>
            </a:r>
            <a:r>
              <a:rPr lang="en-GB" sz="2000" dirty="0">
                <a:solidFill>
                  <a:srgbClr val="C00000"/>
                </a:solidFill>
              </a:rPr>
              <a:t> </a:t>
            </a:r>
            <a:r>
              <a:rPr lang="en-GB" sz="2000" dirty="0" err="1">
                <a:solidFill>
                  <a:srgbClr val="C00000"/>
                </a:solidFill>
              </a:rPr>
              <a:t>nevronskimi</a:t>
            </a:r>
            <a:r>
              <a:rPr lang="en-GB" sz="2000" dirty="0">
                <a:solidFill>
                  <a:srgbClr val="C00000"/>
                </a:solidFill>
              </a:rPr>
              <a:t> </a:t>
            </a:r>
            <a:r>
              <a:rPr lang="en-GB" sz="2000" dirty="0" err="1">
                <a:solidFill>
                  <a:srgbClr val="C00000"/>
                </a:solidFill>
              </a:rPr>
              <a:t>mrežami</a:t>
            </a:r>
            <a:endParaRPr lang="en-GB" sz="2000" dirty="0">
              <a:solidFill>
                <a:srgbClr val="C00000"/>
              </a:solidFill>
            </a:endParaRPr>
          </a:p>
          <a:p>
            <a:endParaRPr lang="sl-SI" sz="2000" dirty="0">
              <a:solidFill>
                <a:srgbClr val="0070C0"/>
              </a:solidFill>
            </a:endParaRPr>
          </a:p>
          <a:p>
            <a:r>
              <a:rPr lang="en-GB" sz="2000" dirty="0" err="1">
                <a:solidFill>
                  <a:srgbClr val="0070C0"/>
                </a:solidFill>
              </a:rPr>
              <a:t>Globoke</a:t>
            </a:r>
            <a:r>
              <a:rPr lang="en-GB" sz="2000" dirty="0">
                <a:solidFill>
                  <a:srgbClr val="0070C0"/>
                </a:solidFill>
              </a:rPr>
              <a:t> Q-</a:t>
            </a:r>
            <a:r>
              <a:rPr lang="en-GB" sz="2000" dirty="0" err="1">
                <a:solidFill>
                  <a:srgbClr val="0070C0"/>
                </a:solidFill>
              </a:rPr>
              <a:t>mreže</a:t>
            </a:r>
            <a:r>
              <a:rPr lang="en-GB" sz="2000" dirty="0">
                <a:solidFill>
                  <a:srgbClr val="0070C0"/>
                </a:solidFill>
              </a:rPr>
              <a:t> </a:t>
            </a:r>
            <a:r>
              <a:rPr lang="en-GB" sz="2000" dirty="0"/>
              <a:t>(ang. deep Q-networks – DQN)</a:t>
            </a:r>
          </a:p>
          <a:p>
            <a:pPr lvl="1"/>
            <a:r>
              <a:rPr lang="en-GB" sz="1800" dirty="0" err="1">
                <a:solidFill>
                  <a:srgbClr val="0070C0"/>
                </a:solidFill>
              </a:rPr>
              <a:t>Dvojne</a:t>
            </a:r>
            <a:r>
              <a:rPr lang="en-GB" sz="1800" dirty="0">
                <a:solidFill>
                  <a:srgbClr val="0070C0"/>
                </a:solidFill>
              </a:rPr>
              <a:t> </a:t>
            </a:r>
            <a:r>
              <a:rPr lang="en-GB" sz="1800" dirty="0" err="1">
                <a:solidFill>
                  <a:srgbClr val="0070C0"/>
                </a:solidFill>
              </a:rPr>
              <a:t>globoke</a:t>
            </a:r>
            <a:r>
              <a:rPr lang="en-GB" sz="1800" dirty="0">
                <a:solidFill>
                  <a:srgbClr val="0070C0"/>
                </a:solidFill>
              </a:rPr>
              <a:t> Q-</a:t>
            </a:r>
            <a:r>
              <a:rPr lang="en-GB" sz="1800" dirty="0" err="1">
                <a:solidFill>
                  <a:srgbClr val="0070C0"/>
                </a:solidFill>
              </a:rPr>
              <a:t>mreže</a:t>
            </a:r>
            <a:r>
              <a:rPr lang="en-GB" sz="1800" dirty="0">
                <a:solidFill>
                  <a:srgbClr val="0070C0"/>
                </a:solidFill>
              </a:rPr>
              <a:t> </a:t>
            </a:r>
            <a:r>
              <a:rPr lang="en-GB" sz="1800" dirty="0"/>
              <a:t>(ang. double DQN – DDQN)</a:t>
            </a:r>
            <a:endParaRPr lang="sl-SI" sz="1800" dirty="0"/>
          </a:p>
          <a:p>
            <a:endParaRPr lang="sl-SI" sz="2000" dirty="0"/>
          </a:p>
          <a:p>
            <a:r>
              <a:rPr lang="en-GB" sz="2000" dirty="0"/>
              <a:t>DDQN je </a:t>
            </a:r>
            <a:r>
              <a:rPr lang="en-GB" sz="2000" dirty="0" err="1"/>
              <a:t>izboljšava</a:t>
            </a:r>
            <a:r>
              <a:rPr lang="en-GB" sz="2000" dirty="0"/>
              <a:t> DQN</a:t>
            </a:r>
          </a:p>
          <a:p>
            <a:pPr lvl="1"/>
            <a:r>
              <a:rPr lang="en-GB" sz="1800" dirty="0" err="1"/>
              <a:t>Uporaba</a:t>
            </a:r>
            <a:r>
              <a:rPr lang="en-GB" sz="1800" dirty="0"/>
              <a:t> </a:t>
            </a:r>
            <a:r>
              <a:rPr lang="en-GB" sz="1800" dirty="0" err="1">
                <a:solidFill>
                  <a:srgbClr val="0070C0"/>
                </a:solidFill>
              </a:rPr>
              <a:t>dveh</a:t>
            </a:r>
            <a:r>
              <a:rPr lang="en-GB" sz="1800" dirty="0">
                <a:solidFill>
                  <a:srgbClr val="0070C0"/>
                </a:solidFill>
              </a:rPr>
              <a:t> </a:t>
            </a:r>
            <a:r>
              <a:rPr lang="en-GB" sz="1800" dirty="0" err="1">
                <a:solidFill>
                  <a:srgbClr val="0070C0"/>
                </a:solidFill>
              </a:rPr>
              <a:t>nevronskih</a:t>
            </a:r>
            <a:r>
              <a:rPr lang="en-GB" sz="1800" dirty="0">
                <a:solidFill>
                  <a:srgbClr val="0070C0"/>
                </a:solidFill>
              </a:rPr>
              <a:t> </a:t>
            </a:r>
            <a:r>
              <a:rPr lang="en-GB" sz="1800" dirty="0" err="1">
                <a:solidFill>
                  <a:srgbClr val="0070C0"/>
                </a:solidFill>
              </a:rPr>
              <a:t>mrež</a:t>
            </a:r>
            <a:r>
              <a:rPr lang="en-GB" sz="1800" dirty="0">
                <a:solidFill>
                  <a:srgbClr val="0070C0"/>
                </a:solidFill>
              </a:rPr>
              <a:t> </a:t>
            </a:r>
            <a:r>
              <a:rPr lang="en-GB" sz="1800" dirty="0"/>
              <a:t>z </a:t>
            </a:r>
            <a:r>
              <a:rPr lang="en-GB" sz="1800" dirty="0" err="1"/>
              <a:t>namenom</a:t>
            </a:r>
            <a:r>
              <a:rPr lang="en-GB" sz="1800" dirty="0"/>
              <a:t> </a:t>
            </a:r>
            <a:r>
              <a:rPr lang="en-GB" sz="1800" dirty="0" err="1"/>
              <a:t>ločevanja</a:t>
            </a:r>
            <a:r>
              <a:rPr lang="en-GB" sz="1800" dirty="0"/>
              <a:t> </a:t>
            </a:r>
            <a:r>
              <a:rPr lang="en-GB" sz="1800" dirty="0" err="1"/>
              <a:t>izbire</a:t>
            </a:r>
            <a:r>
              <a:rPr lang="en-GB" sz="1800" dirty="0"/>
              <a:t> </a:t>
            </a:r>
            <a:r>
              <a:rPr lang="en-GB" sz="1800" dirty="0" err="1"/>
              <a:t>akcije</a:t>
            </a:r>
            <a:r>
              <a:rPr lang="en-GB" sz="1800" dirty="0"/>
              <a:t> in </a:t>
            </a:r>
            <a:r>
              <a:rPr lang="en-GB" sz="1800" dirty="0" err="1"/>
              <a:t>vrednotenja</a:t>
            </a:r>
            <a:r>
              <a:rPr lang="en-GB" sz="1800" dirty="0"/>
              <a:t> </a:t>
            </a:r>
            <a:r>
              <a:rPr lang="en-GB" sz="1800" dirty="0" err="1"/>
              <a:t>akcije</a:t>
            </a:r>
            <a:endParaRPr lang="en-GB" sz="1800" dirty="0"/>
          </a:p>
          <a:p>
            <a:pPr lvl="1"/>
            <a:r>
              <a:rPr lang="en-GB" sz="1800" dirty="0" err="1"/>
              <a:t>Nevronska</a:t>
            </a:r>
            <a:r>
              <a:rPr lang="en-GB" sz="1800" dirty="0"/>
              <a:t> </a:t>
            </a:r>
            <a:r>
              <a:rPr lang="en-GB" sz="1800" dirty="0" err="1"/>
              <a:t>mreža</a:t>
            </a:r>
            <a:r>
              <a:rPr lang="en-GB" sz="1800" dirty="0"/>
              <a:t> za </a:t>
            </a:r>
            <a:r>
              <a:rPr lang="en-GB" sz="1800" dirty="0" err="1"/>
              <a:t>izbiro</a:t>
            </a:r>
            <a:r>
              <a:rPr lang="en-GB" sz="1800" dirty="0"/>
              <a:t> </a:t>
            </a:r>
            <a:r>
              <a:rPr lang="en-GB" sz="1800" dirty="0" err="1"/>
              <a:t>akcije</a:t>
            </a:r>
            <a:r>
              <a:rPr lang="en-GB" sz="1800" dirty="0"/>
              <a:t> (ang. online network) [</a:t>
            </a:r>
            <a:r>
              <a:rPr lang="en-GB" sz="1800" dirty="0" err="1"/>
              <a:t>primarna</a:t>
            </a:r>
            <a:r>
              <a:rPr lang="en-GB" sz="1800" dirty="0"/>
              <a:t> </a:t>
            </a:r>
            <a:r>
              <a:rPr lang="en-GB" sz="1800" dirty="0" err="1"/>
              <a:t>mreža</a:t>
            </a:r>
            <a:r>
              <a:rPr lang="en-GB" sz="1800" dirty="0"/>
              <a:t>]</a:t>
            </a:r>
          </a:p>
          <a:p>
            <a:pPr lvl="1"/>
            <a:r>
              <a:rPr lang="en-GB" sz="1800" dirty="0" err="1"/>
              <a:t>Nevronska</a:t>
            </a:r>
            <a:r>
              <a:rPr lang="en-GB" sz="1800" dirty="0"/>
              <a:t> </a:t>
            </a:r>
            <a:r>
              <a:rPr lang="en-GB" sz="1800" dirty="0" err="1"/>
              <a:t>mreža</a:t>
            </a:r>
            <a:r>
              <a:rPr lang="en-GB" sz="1800" dirty="0"/>
              <a:t> za </a:t>
            </a:r>
            <a:r>
              <a:rPr lang="en-GB" sz="1800" dirty="0" err="1"/>
              <a:t>vrednotenje</a:t>
            </a:r>
            <a:r>
              <a:rPr lang="en-GB" sz="1800" dirty="0"/>
              <a:t> </a:t>
            </a:r>
            <a:r>
              <a:rPr lang="en-GB" sz="1800" dirty="0" err="1"/>
              <a:t>akcije</a:t>
            </a:r>
            <a:r>
              <a:rPr lang="en-GB" sz="1800" dirty="0"/>
              <a:t> (ang. target network) [</a:t>
            </a:r>
            <a:r>
              <a:rPr lang="en-GB" sz="1800" dirty="0" err="1"/>
              <a:t>kopija</a:t>
            </a:r>
            <a:r>
              <a:rPr lang="en-GB" sz="1800" dirty="0"/>
              <a:t>]</a:t>
            </a:r>
          </a:p>
          <a:p>
            <a:pPr lvl="1"/>
            <a:r>
              <a:rPr lang="en-GB" sz="1800" dirty="0" err="1"/>
              <a:t>Izbere</a:t>
            </a:r>
            <a:r>
              <a:rPr lang="en-GB" sz="1800" dirty="0"/>
              <a:t> se </a:t>
            </a:r>
            <a:r>
              <a:rPr lang="en-GB" sz="1800" dirty="0" err="1"/>
              <a:t>tista</a:t>
            </a:r>
            <a:r>
              <a:rPr lang="en-GB" sz="1800" dirty="0"/>
              <a:t> </a:t>
            </a:r>
            <a:r>
              <a:rPr lang="en-GB" sz="1800" dirty="0" err="1"/>
              <a:t>akcija</a:t>
            </a:r>
            <a:r>
              <a:rPr lang="en-GB" sz="1800" dirty="0"/>
              <a:t>, ki </a:t>
            </a:r>
            <a:r>
              <a:rPr lang="en-GB" sz="1800" dirty="0" err="1"/>
              <a:t>ima</a:t>
            </a:r>
            <a:r>
              <a:rPr lang="en-GB" sz="1800" dirty="0"/>
              <a:t> </a:t>
            </a:r>
            <a:r>
              <a:rPr lang="en-GB" sz="1800" dirty="0" err="1"/>
              <a:t>maksimalno</a:t>
            </a:r>
            <a:r>
              <a:rPr lang="en-GB" sz="1800" dirty="0"/>
              <a:t> </a:t>
            </a:r>
            <a:r>
              <a:rPr lang="en-GB" sz="1800" dirty="0" err="1"/>
              <a:t>vrednost</a:t>
            </a:r>
            <a:r>
              <a:rPr lang="en-GB" sz="1800" dirty="0"/>
              <a:t> v </a:t>
            </a:r>
            <a:r>
              <a:rPr lang="en-GB" sz="1800" dirty="0" err="1"/>
              <a:t>primarni</a:t>
            </a:r>
            <a:r>
              <a:rPr lang="en-GB" sz="1800" dirty="0"/>
              <a:t> </a:t>
            </a:r>
            <a:r>
              <a:rPr lang="en-GB" sz="1800" dirty="0" err="1"/>
              <a:t>mreži</a:t>
            </a:r>
            <a:r>
              <a:rPr lang="en-GB" sz="1800" dirty="0"/>
              <a:t>, </a:t>
            </a:r>
            <a:r>
              <a:rPr lang="en-GB" sz="1800" dirty="0" err="1"/>
              <a:t>vendar</a:t>
            </a:r>
            <a:r>
              <a:rPr lang="en-GB" sz="1800" dirty="0"/>
              <a:t> se </a:t>
            </a:r>
            <a:r>
              <a:rPr lang="en-GB" sz="1800" dirty="0" err="1">
                <a:solidFill>
                  <a:srgbClr val="C00000"/>
                </a:solidFill>
              </a:rPr>
              <a:t>ovrednoti</a:t>
            </a:r>
            <a:r>
              <a:rPr lang="en-GB" sz="1800" dirty="0">
                <a:solidFill>
                  <a:srgbClr val="C00000"/>
                </a:solidFill>
              </a:rPr>
              <a:t> z </a:t>
            </a:r>
            <a:r>
              <a:rPr lang="en-GB" sz="1800" dirty="0" err="1">
                <a:solidFill>
                  <a:srgbClr val="C00000"/>
                </a:solidFill>
              </a:rPr>
              <a:t>mrežo</a:t>
            </a:r>
            <a:r>
              <a:rPr lang="en-GB" sz="1800" dirty="0">
                <a:solidFill>
                  <a:srgbClr val="C00000"/>
                </a:solidFill>
              </a:rPr>
              <a:t> za </a:t>
            </a:r>
            <a:r>
              <a:rPr lang="en-GB" sz="1800" dirty="0" err="1">
                <a:solidFill>
                  <a:srgbClr val="C00000"/>
                </a:solidFill>
              </a:rPr>
              <a:t>vrednotenje</a:t>
            </a:r>
            <a:r>
              <a:rPr lang="en-GB" sz="1800" dirty="0">
                <a:solidFill>
                  <a:srgbClr val="C00000"/>
                </a:solidFill>
              </a:rPr>
              <a:t> </a:t>
            </a:r>
            <a:r>
              <a:rPr lang="en-GB" sz="1800" dirty="0" err="1">
                <a:solidFill>
                  <a:srgbClr val="C00000"/>
                </a:solidFill>
              </a:rPr>
              <a:t>akcije</a:t>
            </a:r>
            <a:endParaRPr lang="en-GB" sz="1800" dirty="0">
              <a:solidFill>
                <a:srgbClr val="C00000"/>
              </a:solidFill>
            </a:endParaRPr>
          </a:p>
          <a:p>
            <a:pPr lvl="1"/>
            <a:r>
              <a:rPr lang="en-GB" sz="1800" dirty="0" err="1">
                <a:solidFill>
                  <a:srgbClr val="0070C0"/>
                </a:solidFill>
              </a:rPr>
              <a:t>Periodično</a:t>
            </a:r>
            <a:r>
              <a:rPr lang="en-GB" sz="1800" dirty="0">
                <a:solidFill>
                  <a:srgbClr val="0070C0"/>
                </a:solidFill>
              </a:rPr>
              <a:t> se </a:t>
            </a:r>
            <a:r>
              <a:rPr lang="en-GB" sz="1800" dirty="0" err="1">
                <a:solidFill>
                  <a:srgbClr val="0070C0"/>
                </a:solidFill>
              </a:rPr>
              <a:t>vrednosti</a:t>
            </a:r>
            <a:r>
              <a:rPr lang="en-GB" sz="1800" dirty="0">
                <a:solidFill>
                  <a:srgbClr val="0070C0"/>
                </a:solidFill>
              </a:rPr>
              <a:t> </a:t>
            </a:r>
            <a:r>
              <a:rPr lang="en-GB" sz="1800" dirty="0" err="1">
                <a:solidFill>
                  <a:srgbClr val="0070C0"/>
                </a:solidFill>
              </a:rPr>
              <a:t>primarne</a:t>
            </a:r>
            <a:r>
              <a:rPr lang="en-GB" sz="1800" dirty="0">
                <a:solidFill>
                  <a:srgbClr val="0070C0"/>
                </a:solidFill>
              </a:rPr>
              <a:t> </a:t>
            </a:r>
            <a:r>
              <a:rPr lang="en-GB" sz="1800" dirty="0" err="1">
                <a:solidFill>
                  <a:srgbClr val="0070C0"/>
                </a:solidFill>
              </a:rPr>
              <a:t>mreže</a:t>
            </a:r>
            <a:r>
              <a:rPr lang="en-GB" sz="1800" dirty="0">
                <a:solidFill>
                  <a:srgbClr val="0070C0"/>
                </a:solidFill>
              </a:rPr>
              <a:t> </a:t>
            </a:r>
            <a:r>
              <a:rPr lang="en-GB" sz="1800" dirty="0" err="1">
                <a:solidFill>
                  <a:srgbClr val="0070C0"/>
                </a:solidFill>
              </a:rPr>
              <a:t>skopirajo</a:t>
            </a:r>
            <a:r>
              <a:rPr lang="en-GB" sz="1800" dirty="0">
                <a:solidFill>
                  <a:srgbClr val="0070C0"/>
                </a:solidFill>
              </a:rPr>
              <a:t> v </a:t>
            </a:r>
            <a:r>
              <a:rPr lang="en-GB" sz="1800" dirty="0" err="1">
                <a:solidFill>
                  <a:srgbClr val="0070C0"/>
                </a:solidFill>
              </a:rPr>
              <a:t>kopijo</a:t>
            </a:r>
            <a:endParaRPr lang="en-GB" sz="1800" dirty="0">
              <a:solidFill>
                <a:srgbClr val="0070C0"/>
              </a:solidFill>
            </a:endParaRPr>
          </a:p>
          <a:p>
            <a:endParaRPr lang="en-GB" sz="1800" dirty="0"/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347806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grada številke diapozitiva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69A43B6-4A72-4A6E-B3BC-4E1A4B5DD1B6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3" name="Naslov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Okolja za učenje agentov</a:t>
            </a:r>
          </a:p>
        </p:txBody>
      </p:sp>
      <p:sp>
        <p:nvSpPr>
          <p:cNvPr id="4" name="Ograda vsebine 3"/>
          <p:cNvSpPr>
            <a:spLocks noGrp="1"/>
          </p:cNvSpPr>
          <p:nvPr>
            <p:ph idx="1"/>
          </p:nvPr>
        </p:nvSpPr>
        <p:spPr>
          <a:xfrm>
            <a:off x="0" y="1628800"/>
            <a:ext cx="9144000" cy="4608512"/>
          </a:xfrm>
          <a:ln>
            <a:noFill/>
          </a:ln>
        </p:spPr>
        <p:txBody>
          <a:bodyPr/>
          <a:lstStyle/>
          <a:p>
            <a:r>
              <a:rPr lang="en-GB" sz="2000" dirty="0" err="1"/>
              <a:t>Knjižnica</a:t>
            </a:r>
            <a:r>
              <a:rPr lang="en-GB" sz="2000" dirty="0"/>
              <a:t> OpenAI Gym/</a:t>
            </a:r>
            <a:r>
              <a:rPr lang="en-GB" sz="2000" dirty="0">
                <a:solidFill>
                  <a:srgbClr val="0070C0"/>
                </a:solidFill>
              </a:rPr>
              <a:t>Gymnasium</a:t>
            </a:r>
            <a:endParaRPr lang="sl-SI" sz="2000" dirty="0">
              <a:solidFill>
                <a:srgbClr val="0070C0"/>
              </a:solidFill>
            </a:endParaRPr>
          </a:p>
          <a:p>
            <a:pPr lvl="1"/>
            <a:r>
              <a:rPr lang="sl-SI" sz="1600" dirty="0"/>
              <a:t>Classic control okolja – </a:t>
            </a:r>
            <a:r>
              <a:rPr lang="sl-SI" sz="1600" dirty="0">
                <a:solidFill>
                  <a:srgbClr val="C00000"/>
                </a:solidFill>
              </a:rPr>
              <a:t>Acrobot</a:t>
            </a:r>
            <a:r>
              <a:rPr lang="sl-SI" sz="1600" dirty="0"/>
              <a:t> in </a:t>
            </a:r>
            <a:r>
              <a:rPr lang="sl-SI" sz="1600" dirty="0">
                <a:solidFill>
                  <a:srgbClr val="C00000"/>
                </a:solidFill>
              </a:rPr>
              <a:t>Cart Pole</a:t>
            </a:r>
          </a:p>
          <a:p>
            <a:pPr lvl="1"/>
            <a:r>
              <a:rPr lang="sl-SI" sz="1600" dirty="0"/>
              <a:t>Box2D okolja – </a:t>
            </a:r>
            <a:r>
              <a:rPr lang="sl-SI" sz="1600" dirty="0">
                <a:solidFill>
                  <a:srgbClr val="C00000"/>
                </a:solidFill>
              </a:rPr>
              <a:t>Lunar Lander</a:t>
            </a:r>
          </a:p>
          <a:p>
            <a:pPr lvl="1"/>
            <a:r>
              <a:rPr lang="sl-SI" sz="1600" dirty="0"/>
              <a:t>Atari okolja – </a:t>
            </a:r>
            <a:r>
              <a:rPr lang="sl-SI" sz="1600" dirty="0">
                <a:solidFill>
                  <a:srgbClr val="C00000"/>
                </a:solidFill>
              </a:rPr>
              <a:t>Pong</a:t>
            </a:r>
            <a:endParaRPr lang="en-GB" sz="1600" dirty="0">
              <a:solidFill>
                <a:srgbClr val="C00000"/>
              </a:solidFill>
            </a:endParaRPr>
          </a:p>
          <a:p>
            <a:endParaRPr lang="sl-SI" sz="2000" dirty="0"/>
          </a:p>
          <a:p>
            <a:r>
              <a:rPr lang="sl-SI" sz="2000" dirty="0"/>
              <a:t>Okolja imajo </a:t>
            </a:r>
            <a:r>
              <a:rPr lang="sl-SI" sz="2000" dirty="0">
                <a:solidFill>
                  <a:srgbClr val="0070C0"/>
                </a:solidFill>
              </a:rPr>
              <a:t>različne nagrade in kazni</a:t>
            </a:r>
          </a:p>
          <a:p>
            <a:r>
              <a:rPr lang="sl-SI" sz="2000" dirty="0"/>
              <a:t>Zaradi raznolikosti okolij bodo </a:t>
            </a:r>
            <a:r>
              <a:rPr lang="sl-SI" sz="2000" dirty="0">
                <a:solidFill>
                  <a:srgbClr val="C00000"/>
                </a:solidFill>
              </a:rPr>
              <a:t>parametri</a:t>
            </a:r>
            <a:r>
              <a:rPr lang="sl-SI" sz="2000" dirty="0"/>
              <a:t> drugačni</a:t>
            </a:r>
          </a:p>
          <a:p>
            <a:endParaRPr lang="sl-SI" sz="2000" dirty="0"/>
          </a:p>
          <a:p>
            <a:endParaRPr lang="sl-SI" sz="2000" dirty="0"/>
          </a:p>
        </p:txBody>
      </p:sp>
    </p:spTree>
    <p:extLst>
      <p:ext uri="{BB962C8B-B14F-4D97-AF65-F5344CB8AC3E}">
        <p14:creationId xmlns:p14="http://schemas.microsoft.com/office/powerpoint/2010/main" val="1212390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7ABA1-4849-1887-C8EF-BA9EE22CB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7E0C568-B2F7-3F79-2406-6D6A59BBAD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69A43B6-4A72-4A6E-B3BC-4E1A4B5DD1B6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DAC9FCC-7ED8-4CB1-234E-F61536604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I" dirty="0" err="1"/>
              <a:t>Cilj</a:t>
            </a:r>
            <a:r>
              <a:rPr lang="en-SI" dirty="0"/>
              <a:t> </a:t>
            </a:r>
            <a:r>
              <a:rPr lang="en-SI" dirty="0" err="1"/>
              <a:t>vaje</a:t>
            </a:r>
            <a:endParaRPr lang="sl-SI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907F58-46A2-779B-E90C-728AA1136A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28800"/>
            <a:ext cx="9144000" cy="4608512"/>
          </a:xfrm>
        </p:spPr>
        <p:txBody>
          <a:bodyPr/>
          <a:lstStyle/>
          <a:p>
            <a:r>
              <a:rPr lang="en-SI" sz="2000" dirty="0"/>
              <a:t>Spoznati se </a:t>
            </a:r>
            <a:r>
              <a:rPr lang="sl-SI" sz="2000" dirty="0"/>
              <a:t>z </a:t>
            </a:r>
            <a:r>
              <a:rPr lang="sl-SI" sz="2000" dirty="0">
                <a:solidFill>
                  <a:srgbClr val="0070C0"/>
                </a:solidFill>
              </a:rPr>
              <a:t>okrepitvenim učenjem</a:t>
            </a:r>
            <a:r>
              <a:rPr lang="sl-SI" sz="2000" dirty="0"/>
              <a:t> na različnih problemih</a:t>
            </a:r>
          </a:p>
          <a:p>
            <a:r>
              <a:rPr lang="sl-SI" sz="2000" dirty="0"/>
              <a:t>Implementirati </a:t>
            </a:r>
            <a:r>
              <a:rPr lang="sl-SI" sz="2000" dirty="0">
                <a:solidFill>
                  <a:srgbClr val="0070C0"/>
                </a:solidFill>
              </a:rPr>
              <a:t>agente za reševanje </a:t>
            </a:r>
            <a:r>
              <a:rPr lang="sl-SI" sz="2000" dirty="0"/>
              <a:t>problemov okrepitvenega učenja</a:t>
            </a:r>
            <a:endParaRPr lang="en-SI" sz="2000" dirty="0"/>
          </a:p>
          <a:p>
            <a:r>
              <a:rPr lang="en-SI" sz="2000" dirty="0"/>
              <a:t>Spoznati in preizkusiti </a:t>
            </a:r>
            <a:r>
              <a:rPr lang="sl-SI" sz="2000" dirty="0">
                <a:solidFill>
                  <a:srgbClr val="0070C0"/>
                </a:solidFill>
              </a:rPr>
              <a:t>DQN in DDQN na problemih okrepitvenega učenja</a:t>
            </a:r>
            <a:endParaRPr lang="en-SI" sz="2000" dirty="0"/>
          </a:p>
        </p:txBody>
      </p:sp>
    </p:spTree>
    <p:extLst>
      <p:ext uri="{BB962C8B-B14F-4D97-AF65-F5344CB8AC3E}">
        <p14:creationId xmlns:p14="http://schemas.microsoft.com/office/powerpoint/2010/main" val="4348911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F53B6-5DE9-D24B-4070-52EFD5CA1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7002ED-87F2-21BB-7A1A-1720A677E8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69A43B6-4A72-4A6E-B3BC-4E1A4B5DD1B6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B00E04C-D31B-ED3D-ED62-F5F3ECE88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I" dirty="0"/>
              <a:t>Sklop V</a:t>
            </a:r>
            <a:r>
              <a:rPr lang="sl-SI" dirty="0"/>
              <a:t>4</a:t>
            </a:r>
            <a:r>
              <a:rPr lang="en-SI" dirty="0"/>
              <a:t>.1</a:t>
            </a:r>
            <a:endParaRPr lang="sl-SI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260B581-509F-41C9-B2A6-1C27746E6F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628800"/>
                <a:ext cx="9144000" cy="4608512"/>
              </a:xfrm>
            </p:spPr>
            <p:txBody>
              <a:bodyPr/>
              <a:lstStyle/>
              <a:p>
                <a:r>
                  <a:rPr lang="sl-SI" sz="2000" dirty="0">
                    <a:solidFill>
                      <a:srgbClr val="000000"/>
                    </a:solidFill>
                  </a:rPr>
                  <a:t>Problem </a:t>
                </a:r>
                <a:r>
                  <a:rPr lang="sl-SI" sz="2000" dirty="0">
                    <a:solidFill>
                      <a:srgbClr val="0070C0"/>
                    </a:solidFill>
                  </a:rPr>
                  <a:t>Lunar Lander</a:t>
                </a:r>
              </a:p>
              <a:p>
                <a:pPr lvl="1"/>
                <a:r>
                  <a:rPr lang="sl-SI" sz="1600" dirty="0">
                    <a:solidFill>
                      <a:srgbClr val="000000"/>
                    </a:solidFill>
                  </a:rPr>
                  <a:t>Cilj je pristati čim bolj v sredini med dvema zastavicama</a:t>
                </a:r>
              </a:p>
              <a:p>
                <a:endParaRPr lang="sl-SI" sz="2000" dirty="0">
                  <a:solidFill>
                    <a:srgbClr val="000000"/>
                  </a:solidFill>
                </a:endParaRPr>
              </a:p>
              <a:p>
                <a:r>
                  <a:rPr lang="sl-SI" sz="2000" dirty="0">
                    <a:solidFill>
                      <a:srgbClr val="0070C0"/>
                    </a:solidFill>
                  </a:rPr>
                  <a:t>DQN</a:t>
                </a:r>
                <a:r>
                  <a:rPr lang="sl-SI" sz="2000" dirty="0">
                    <a:solidFill>
                      <a:srgbClr val="000000"/>
                    </a:solidFill>
                  </a:rPr>
                  <a:t> (ang. Deep Q-Network)</a:t>
                </a:r>
              </a:p>
              <a:p>
                <a:pPr lvl="1"/>
                <a:r>
                  <a:rPr lang="sl-SI" sz="1600" dirty="0">
                    <a:solidFill>
                      <a:srgbClr val="000000"/>
                    </a:solidFill>
                  </a:rPr>
                  <a:t>Upoštevajte </a:t>
                </a:r>
                <a:r>
                  <a:rPr lang="sl-SI" sz="1600" dirty="0">
                    <a:solidFill>
                      <a:srgbClr val="C00000"/>
                    </a:solidFill>
                  </a:rPr>
                  <a:t>število stanj </a:t>
                </a:r>
                <a:r>
                  <a:rPr lang="sl-SI" sz="1600" dirty="0">
                    <a:solidFill>
                      <a:srgbClr val="000000"/>
                    </a:solidFill>
                  </a:rPr>
                  <a:t>problema Lunar Lander na vhodni plasti nevronske mreže</a:t>
                </a:r>
              </a:p>
              <a:p>
                <a:pPr lvl="1"/>
                <a:r>
                  <a:rPr lang="sl-SI" sz="1600" dirty="0">
                    <a:solidFill>
                      <a:srgbClr val="000000"/>
                    </a:solidFill>
                  </a:rPr>
                  <a:t>Skrita plast naj ima 128 nevronov</a:t>
                </a:r>
              </a:p>
              <a:p>
                <a:pPr lvl="1"/>
                <a:r>
                  <a:rPr lang="sl-SI" sz="1600" dirty="0">
                    <a:solidFill>
                      <a:srgbClr val="000000"/>
                    </a:solidFill>
                  </a:rPr>
                  <a:t>Upoštevajte </a:t>
                </a:r>
                <a:r>
                  <a:rPr lang="sl-SI" sz="1600" dirty="0">
                    <a:solidFill>
                      <a:srgbClr val="C00000"/>
                    </a:solidFill>
                  </a:rPr>
                  <a:t>število akcij </a:t>
                </a:r>
                <a:r>
                  <a:rPr lang="sl-SI" sz="1600" dirty="0">
                    <a:solidFill>
                      <a:srgbClr val="000000"/>
                    </a:solidFill>
                  </a:rPr>
                  <a:t>problema Lunar Lander na izhodni plasti nevronske mreže</a:t>
                </a:r>
              </a:p>
              <a:p>
                <a:pPr lvl="1"/>
                <a:r>
                  <a:rPr lang="sl-SI" sz="1600" dirty="0">
                    <a:solidFill>
                      <a:srgbClr val="000000"/>
                    </a:solidFill>
                  </a:rPr>
                  <a:t>Uporabite aktivacijsko funkcijo </a:t>
                </a:r>
                <a:r>
                  <a:rPr lang="sl-SI" sz="1600" dirty="0">
                    <a:solidFill>
                      <a:srgbClr val="0070C0"/>
                    </a:solidFill>
                  </a:rPr>
                  <a:t>ReLU</a:t>
                </a:r>
              </a:p>
              <a:p>
                <a:endParaRPr lang="sl-SI" sz="2000" dirty="0">
                  <a:solidFill>
                    <a:srgbClr val="000000"/>
                  </a:solidFill>
                </a:endParaRPr>
              </a:p>
              <a:p>
                <a:r>
                  <a:rPr lang="sl-SI" sz="2000" dirty="0">
                    <a:solidFill>
                      <a:srgbClr val="C00000"/>
                    </a:solidFill>
                  </a:rPr>
                  <a:t>Agent</a:t>
                </a:r>
                <a:r>
                  <a:rPr lang="sl-SI" sz="2000" dirty="0">
                    <a:solidFill>
                      <a:srgbClr val="000000"/>
                    </a:solidFill>
                  </a:rPr>
                  <a:t> </a:t>
                </a:r>
              </a:p>
              <a:p>
                <a:pPr lvl="1"/>
                <a:r>
                  <a:rPr lang="sl-SI" sz="1600" dirty="0">
                    <a:solidFill>
                      <a:srgbClr val="C00000"/>
                    </a:solidFill>
                  </a:rPr>
                  <a:t>Spomin</a:t>
                </a:r>
                <a:r>
                  <a:rPr lang="sl-SI" sz="1600" dirty="0">
                    <a:solidFill>
                      <a:srgbClr val="000000"/>
                    </a:solidFill>
                  </a:rPr>
                  <a:t>, Q-mreža in ostali parametri; spomin služi hrambi </a:t>
                </a:r>
                <a:r>
                  <a:rPr lang="sl-SI" sz="1600" dirty="0">
                    <a:solidFill>
                      <a:srgbClr val="0070C0"/>
                    </a:solidFill>
                  </a:rPr>
                  <a:t>agentovih izkušenj med učenjem</a:t>
                </a:r>
              </a:p>
              <a:p>
                <a:pPr lvl="1"/>
                <a:r>
                  <a:rPr lang="sl-SI" sz="1600" dirty="0">
                    <a:solidFill>
                      <a:srgbClr val="0070C0"/>
                    </a:solidFill>
                  </a:rPr>
                  <a:t>Zaustavitveni pogoj</a:t>
                </a:r>
                <a:r>
                  <a:rPr lang="sl-SI" sz="1600" dirty="0">
                    <a:solidFill>
                      <a:srgbClr val="000000"/>
                    </a:solidFill>
                  </a:rPr>
                  <a:t>, kadar je povprečna nagrada v zadnjih 10 korakih večja ali enaka 250</a:t>
                </a:r>
              </a:p>
              <a:p>
                <a:pPr lvl="1"/>
                <a:r>
                  <a:rPr lang="sl-SI" sz="1600" dirty="0">
                    <a:solidFill>
                      <a:srgbClr val="C00000"/>
                    </a:solidFill>
                  </a:rPr>
                  <a:t>Bellmanova enačba in </a:t>
                </a:r>
                <a14:m>
                  <m:oMath xmlns:m="http://schemas.openxmlformats.org/officeDocument/2006/math">
                    <m:r>
                      <a:rPr lang="el-GR" sz="16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sl-SI" sz="1600" dirty="0">
                    <a:solidFill>
                      <a:srgbClr val="C00000"/>
                    </a:solidFill>
                  </a:rPr>
                  <a:t>-požrešni pravilnik</a:t>
                </a:r>
                <a:r>
                  <a:rPr lang="en-GB" sz="1600" dirty="0">
                    <a:solidFill>
                      <a:srgbClr val="C00000"/>
                    </a:solidFill>
                  </a:rPr>
                  <a:t> </a:t>
                </a:r>
                <a:endParaRPr lang="sl-SI" sz="1600" dirty="0">
                  <a:solidFill>
                    <a:srgbClr val="C00000"/>
                  </a:solidFill>
                </a:endParaRPr>
              </a:p>
              <a:p>
                <a:pPr lvl="1"/>
                <a:r>
                  <a:rPr lang="sl-SI" sz="1600" dirty="0">
                    <a:solidFill>
                      <a:srgbClr val="0070C0"/>
                    </a:solidFill>
                  </a:rPr>
                  <a:t>MSE</a:t>
                </a:r>
                <a:r>
                  <a:rPr lang="sl-SI" sz="1600" dirty="0">
                    <a:solidFill>
                      <a:srgbClr val="000000"/>
                    </a:solidFill>
                  </a:rPr>
                  <a:t>, optimizacija z </a:t>
                </a:r>
                <a:r>
                  <a:rPr lang="sl-SI" sz="1600" dirty="0">
                    <a:solidFill>
                      <a:srgbClr val="0070C0"/>
                    </a:solidFill>
                  </a:rPr>
                  <a:t>Adam</a:t>
                </a:r>
                <a:r>
                  <a:rPr lang="sl-SI" sz="1600" dirty="0">
                    <a:solidFill>
                      <a:srgbClr val="000000"/>
                    </a:solidFill>
                  </a:rPr>
                  <a:t>, spomin lahko implementirate z </a:t>
                </a:r>
                <a:r>
                  <a:rPr lang="sl-SI" sz="1600" dirty="0">
                    <a:solidFill>
                      <a:srgbClr val="0070C0"/>
                    </a:solidFill>
                  </a:rPr>
                  <a:t>deque</a:t>
                </a:r>
              </a:p>
              <a:p>
                <a:endParaRPr lang="en-SI" sz="2000" dirty="0">
                  <a:solidFill>
                    <a:srgbClr val="000000"/>
                  </a:solidFill>
                </a:endParaRPr>
              </a:p>
              <a:p>
                <a:r>
                  <a:rPr lang="en-SI" sz="2000" b="1" dirty="0">
                    <a:solidFill>
                      <a:srgbClr val="C00000"/>
                    </a:solidFill>
                  </a:rPr>
                  <a:t>Sklop V</a:t>
                </a:r>
                <a:r>
                  <a:rPr lang="sl-SI" sz="2000" b="1" dirty="0">
                    <a:solidFill>
                      <a:srgbClr val="C00000"/>
                    </a:solidFill>
                  </a:rPr>
                  <a:t>4</a:t>
                </a:r>
                <a:r>
                  <a:rPr lang="en-SI" sz="2000" b="1" dirty="0">
                    <a:solidFill>
                      <a:srgbClr val="C00000"/>
                    </a:solidFill>
                  </a:rPr>
                  <a:t>.1 je obvezen za zagovor in je vreden 50 točk!</a:t>
                </a:r>
              </a:p>
              <a:p>
                <a:endParaRPr lang="en-SI" sz="2000" dirty="0">
                  <a:solidFill>
                    <a:srgbClr val="0070C0"/>
                  </a:solidFill>
                </a:endParaRPr>
              </a:p>
              <a:p>
                <a:endParaRPr lang="en-SI" sz="2000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260B581-509F-41C9-B2A6-1C27746E6F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628800"/>
                <a:ext cx="9144000" cy="4608512"/>
              </a:xfrm>
              <a:blipFill>
                <a:blip r:embed="rId2"/>
                <a:stretch>
                  <a:fillRect l="-600" t="-661" b="-15741"/>
                </a:stretch>
              </a:blipFill>
            </p:spPr>
            <p:txBody>
              <a:bodyPr/>
              <a:lstStyle/>
              <a:p>
                <a:r>
                  <a:rPr lang="sl-SI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78454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8E192-F09D-0F24-5107-11CB0EDF1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EDF95DB-4F30-ED9C-69D3-00C14C8C54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69A43B6-4A72-4A6E-B3BC-4E1A4B5DD1B6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1539FBA-803A-B9C5-3E23-0DCB993B9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Pričakovani rezultati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28B83CD-AA58-262D-FCC2-E4F4EE3FBA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14500" y="2132856"/>
            <a:ext cx="5715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1078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CDD9F-C9ED-1AC8-EBDB-BA555FD64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D017489-04E1-A469-E989-30C3C85063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69A43B6-4A72-4A6E-B3BC-4E1A4B5DD1B6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86A3217-3DBC-EBB3-AF23-542F30B27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I" dirty="0"/>
              <a:t>Sklop V</a:t>
            </a:r>
            <a:r>
              <a:rPr lang="sl-SI" dirty="0"/>
              <a:t>4</a:t>
            </a:r>
            <a:r>
              <a:rPr lang="en-SI" dirty="0"/>
              <a:t>.</a:t>
            </a:r>
            <a:r>
              <a:rPr lang="sl-SI" dirty="0"/>
              <a:t>2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1ADE54-37E7-2E01-22C0-AD4B9ABE7A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28800"/>
            <a:ext cx="9144000" cy="4608512"/>
          </a:xfrm>
        </p:spPr>
        <p:txBody>
          <a:bodyPr/>
          <a:lstStyle/>
          <a:p>
            <a:r>
              <a:rPr lang="sl-SI" sz="2000" dirty="0">
                <a:solidFill>
                  <a:srgbClr val="000000"/>
                </a:solidFill>
              </a:rPr>
              <a:t>Razširitev sklopa V4.1 z implementacijo </a:t>
            </a:r>
            <a:r>
              <a:rPr lang="sl-SI" sz="2000" dirty="0">
                <a:solidFill>
                  <a:srgbClr val="0070C0"/>
                </a:solidFill>
              </a:rPr>
              <a:t>DDQN </a:t>
            </a:r>
            <a:r>
              <a:rPr lang="sl-SI" sz="2000" dirty="0"/>
              <a:t>(ang. Double Deep Q-Network)</a:t>
            </a:r>
          </a:p>
          <a:p>
            <a:endParaRPr lang="sl-SI" sz="2000" b="1" dirty="0">
              <a:solidFill>
                <a:srgbClr val="C00000"/>
              </a:solidFill>
            </a:endParaRPr>
          </a:p>
          <a:p>
            <a:r>
              <a:rPr lang="sl-SI" sz="2000" dirty="0"/>
              <a:t>Agent bo zdaj vseboval </a:t>
            </a:r>
            <a:r>
              <a:rPr lang="sl-SI" sz="2000" dirty="0">
                <a:solidFill>
                  <a:srgbClr val="C00000"/>
                </a:solidFill>
              </a:rPr>
              <a:t>dve Q-mreži</a:t>
            </a:r>
          </a:p>
          <a:p>
            <a:pPr lvl="1"/>
            <a:r>
              <a:rPr lang="sl-SI" sz="1600" dirty="0"/>
              <a:t>Prva mreža </a:t>
            </a:r>
            <a:r>
              <a:rPr lang="sl-SI" sz="1600" dirty="0">
                <a:solidFill>
                  <a:srgbClr val="0070C0"/>
                </a:solidFill>
              </a:rPr>
              <a:t>izbira akcije </a:t>
            </a:r>
            <a:r>
              <a:rPr lang="sl-SI" sz="1600" dirty="0"/>
              <a:t>(ang. online network)</a:t>
            </a:r>
          </a:p>
          <a:p>
            <a:pPr lvl="1"/>
            <a:r>
              <a:rPr lang="sl-SI" sz="1600" dirty="0"/>
              <a:t>Druga mreža </a:t>
            </a:r>
            <a:r>
              <a:rPr lang="sl-SI" sz="1600" dirty="0">
                <a:solidFill>
                  <a:srgbClr val="0070C0"/>
                </a:solidFill>
              </a:rPr>
              <a:t>vrednoti akcije </a:t>
            </a:r>
            <a:r>
              <a:rPr lang="sl-SI" sz="1600" dirty="0"/>
              <a:t>(ang. target network)</a:t>
            </a:r>
          </a:p>
          <a:p>
            <a:pPr lvl="1"/>
            <a:r>
              <a:rPr lang="sl-SI" sz="1600" dirty="0"/>
              <a:t>Izbere se tista akcija, ki ima maksimalno vrednost v prvi mreži, vendar se ovrednoti z drugo mrežo</a:t>
            </a:r>
          </a:p>
          <a:p>
            <a:pPr lvl="1"/>
            <a:endParaRPr lang="sl-SI" sz="1600" dirty="0">
              <a:solidFill>
                <a:srgbClr val="C00000"/>
              </a:solidFill>
            </a:endParaRPr>
          </a:p>
          <a:p>
            <a:r>
              <a:rPr lang="sl-SI" sz="2000" dirty="0">
                <a:solidFill>
                  <a:srgbClr val="0070C0"/>
                </a:solidFill>
              </a:rPr>
              <a:t>Periodično se vrednosti prve Q-mreže skopirajo v drugo Q-mrežo</a:t>
            </a:r>
            <a:r>
              <a:rPr lang="sl-SI" sz="2000" dirty="0"/>
              <a:t> (ang. soft update)</a:t>
            </a:r>
          </a:p>
          <a:p>
            <a:endParaRPr lang="sl-SI" sz="2000" b="1" dirty="0">
              <a:solidFill>
                <a:srgbClr val="C00000"/>
              </a:solidFill>
            </a:endParaRPr>
          </a:p>
          <a:p>
            <a:r>
              <a:rPr lang="sl-SI" sz="2000" dirty="0"/>
              <a:t>Primerjajte kvaliteto rezultatov in graf učenja z DQN</a:t>
            </a:r>
          </a:p>
          <a:p>
            <a:endParaRPr lang="sl-SI" sz="2000" b="1" dirty="0">
              <a:solidFill>
                <a:srgbClr val="C00000"/>
              </a:solidFill>
            </a:endParaRPr>
          </a:p>
          <a:p>
            <a:r>
              <a:rPr lang="en-SI" sz="2000" dirty="0">
                <a:solidFill>
                  <a:srgbClr val="000000"/>
                </a:solidFill>
              </a:rPr>
              <a:t>Sklop V</a:t>
            </a:r>
            <a:r>
              <a:rPr lang="sl-SI" sz="2000" dirty="0">
                <a:solidFill>
                  <a:srgbClr val="000000"/>
                </a:solidFill>
              </a:rPr>
              <a:t>4</a:t>
            </a:r>
            <a:r>
              <a:rPr lang="en-SI" sz="2000" dirty="0">
                <a:solidFill>
                  <a:srgbClr val="000000"/>
                </a:solidFill>
              </a:rPr>
              <a:t>.</a:t>
            </a:r>
            <a:r>
              <a:rPr lang="sl-SI" sz="2000" dirty="0">
                <a:solidFill>
                  <a:srgbClr val="000000"/>
                </a:solidFill>
              </a:rPr>
              <a:t>2</a:t>
            </a:r>
            <a:r>
              <a:rPr lang="en-SI" sz="2000" dirty="0">
                <a:solidFill>
                  <a:srgbClr val="000000"/>
                </a:solidFill>
              </a:rPr>
              <a:t> je vreden </a:t>
            </a:r>
            <a:r>
              <a:rPr lang="en-SI" sz="2000" dirty="0">
                <a:solidFill>
                  <a:srgbClr val="0070C0"/>
                </a:solidFill>
              </a:rPr>
              <a:t>10 točk</a:t>
            </a:r>
          </a:p>
          <a:p>
            <a:endParaRPr lang="en-SI" sz="2000" dirty="0">
              <a:solidFill>
                <a:srgbClr val="0070C0"/>
              </a:solidFill>
            </a:endParaRPr>
          </a:p>
          <a:p>
            <a:endParaRPr lang="en-SI" sz="2000" dirty="0"/>
          </a:p>
        </p:txBody>
      </p:sp>
    </p:spTree>
    <p:extLst>
      <p:ext uri="{BB962C8B-B14F-4D97-AF65-F5344CB8AC3E}">
        <p14:creationId xmlns:p14="http://schemas.microsoft.com/office/powerpoint/2010/main" val="21371427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B25F8-03E3-0286-B274-5F3163A65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drawing of a stick in a black box&#10;&#10;AI-generated content may be incorrect.">
            <a:extLst>
              <a:ext uri="{FF2B5EF4-FFF2-40B4-BE49-F238E27FC236}">
                <a16:creationId xmlns:a16="http://schemas.microsoft.com/office/drawing/2014/main" id="{4417A313-E2D4-67F4-93F5-8E5FAF4C43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970" y="4019584"/>
            <a:ext cx="3721895" cy="24192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840DE94-8140-B2C1-9474-74EF6B2BC5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7835" y="3285288"/>
            <a:ext cx="3168352" cy="316835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FF57E-03E9-1014-CDBB-EAC0790880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69A43B6-4A72-4A6E-B3BC-4E1A4B5DD1B6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9DCC15E-DA08-D8AE-5F21-2D90F2904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I" dirty="0"/>
              <a:t>Sklop V</a:t>
            </a:r>
            <a:r>
              <a:rPr lang="sl-SI" dirty="0"/>
              <a:t>4</a:t>
            </a:r>
            <a:r>
              <a:rPr lang="en-SI" dirty="0"/>
              <a:t>.</a:t>
            </a:r>
            <a:r>
              <a:rPr lang="sl-SI" dirty="0"/>
              <a:t>3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8BA652-AE41-DBC0-4593-BB845D070F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28800"/>
            <a:ext cx="9144000" cy="4032448"/>
          </a:xfrm>
        </p:spPr>
        <p:txBody>
          <a:bodyPr/>
          <a:lstStyle/>
          <a:p>
            <a:r>
              <a:rPr lang="sl-SI" sz="2000" dirty="0">
                <a:solidFill>
                  <a:srgbClr val="000000"/>
                </a:solidFill>
              </a:rPr>
              <a:t>Problema </a:t>
            </a:r>
            <a:r>
              <a:rPr lang="sl-SI" sz="2000" dirty="0">
                <a:solidFill>
                  <a:srgbClr val="0070C0"/>
                </a:solidFill>
              </a:rPr>
              <a:t>Cart Pole </a:t>
            </a:r>
            <a:r>
              <a:rPr lang="sl-SI" sz="2000" dirty="0">
                <a:solidFill>
                  <a:srgbClr val="000000"/>
                </a:solidFill>
              </a:rPr>
              <a:t>in </a:t>
            </a:r>
            <a:r>
              <a:rPr lang="sl-SI" sz="2000" dirty="0">
                <a:solidFill>
                  <a:srgbClr val="0070C0"/>
                </a:solidFill>
              </a:rPr>
              <a:t>Acrobot</a:t>
            </a:r>
          </a:p>
          <a:p>
            <a:pPr lvl="1"/>
            <a:r>
              <a:rPr lang="sl-SI" sz="1600" dirty="0">
                <a:solidFill>
                  <a:srgbClr val="C00000"/>
                </a:solidFill>
              </a:rPr>
              <a:t>Cart Pole </a:t>
            </a:r>
            <a:r>
              <a:rPr lang="sl-SI" sz="1600" dirty="0">
                <a:solidFill>
                  <a:srgbClr val="000000"/>
                </a:solidFill>
              </a:rPr>
              <a:t>– masno uravnoteženje droga na premikajoči platformi</a:t>
            </a:r>
          </a:p>
          <a:p>
            <a:pPr lvl="1"/>
            <a:r>
              <a:rPr lang="sl-SI" sz="1600" dirty="0">
                <a:solidFill>
                  <a:srgbClr val="C00000"/>
                </a:solidFill>
              </a:rPr>
              <a:t>Acrobot</a:t>
            </a:r>
            <a:r>
              <a:rPr lang="sl-SI" sz="1600" dirty="0">
                <a:solidFill>
                  <a:srgbClr val="000000"/>
                </a:solidFill>
              </a:rPr>
              <a:t> – nihanje robotske roke z dvema členoma nad črto </a:t>
            </a:r>
          </a:p>
          <a:p>
            <a:pPr lvl="1"/>
            <a:r>
              <a:rPr lang="sl-SI" sz="1600" dirty="0">
                <a:solidFill>
                  <a:srgbClr val="000000"/>
                </a:solidFill>
              </a:rPr>
              <a:t>DQN in DDQN</a:t>
            </a:r>
          </a:p>
          <a:p>
            <a:pPr marL="457200" lvl="1" indent="0">
              <a:buNone/>
            </a:pPr>
            <a:endParaRPr lang="sl-SI" sz="1600" dirty="0">
              <a:solidFill>
                <a:srgbClr val="000000"/>
              </a:solidFill>
            </a:endParaRPr>
          </a:p>
          <a:p>
            <a:r>
              <a:rPr lang="sl-SI" sz="2000" dirty="0">
                <a:solidFill>
                  <a:srgbClr val="000000"/>
                </a:solidFill>
              </a:rPr>
              <a:t>Parametri in zaustavitveni pogoji</a:t>
            </a:r>
          </a:p>
          <a:p>
            <a:pPr lvl="1"/>
            <a:r>
              <a:rPr lang="sl-SI" sz="1600" dirty="0">
                <a:solidFill>
                  <a:srgbClr val="000000"/>
                </a:solidFill>
              </a:rPr>
              <a:t>Raziščite smiselne in ustrezne vrednosti parametrov</a:t>
            </a:r>
          </a:p>
          <a:p>
            <a:pPr lvl="1"/>
            <a:r>
              <a:rPr lang="sl-SI" sz="1600" dirty="0">
                <a:solidFill>
                  <a:srgbClr val="000000"/>
                </a:solidFill>
              </a:rPr>
              <a:t>Pri implementaciji lahko uporabite zaustavitvene pogoje</a:t>
            </a:r>
          </a:p>
          <a:p>
            <a:endParaRPr lang="sl-SI" sz="2000" b="1" dirty="0">
              <a:solidFill>
                <a:srgbClr val="C00000"/>
              </a:solidFill>
            </a:endParaRPr>
          </a:p>
          <a:p>
            <a:endParaRPr lang="sl-SI" sz="2000" b="1" dirty="0">
              <a:solidFill>
                <a:srgbClr val="C00000"/>
              </a:solidFill>
            </a:endParaRPr>
          </a:p>
          <a:p>
            <a:endParaRPr lang="sl-SI" sz="2000" b="1" dirty="0">
              <a:solidFill>
                <a:srgbClr val="C00000"/>
              </a:solidFill>
            </a:endParaRPr>
          </a:p>
          <a:p>
            <a:endParaRPr lang="sl-SI" sz="2000" b="1" dirty="0">
              <a:solidFill>
                <a:srgbClr val="C00000"/>
              </a:solidFill>
            </a:endParaRPr>
          </a:p>
          <a:p>
            <a:endParaRPr lang="sl-SI" sz="2000" b="1" dirty="0">
              <a:solidFill>
                <a:srgbClr val="C00000"/>
              </a:solidFill>
            </a:endParaRPr>
          </a:p>
          <a:p>
            <a:endParaRPr lang="sl-SI" sz="2000" b="1" dirty="0">
              <a:solidFill>
                <a:srgbClr val="C00000"/>
              </a:solidFill>
            </a:endParaRPr>
          </a:p>
          <a:p>
            <a:r>
              <a:rPr lang="en-SI" sz="2000" dirty="0">
                <a:solidFill>
                  <a:srgbClr val="000000"/>
                </a:solidFill>
              </a:rPr>
              <a:t>Sklop V</a:t>
            </a:r>
            <a:r>
              <a:rPr lang="sl-SI" sz="2000" dirty="0">
                <a:solidFill>
                  <a:srgbClr val="000000"/>
                </a:solidFill>
              </a:rPr>
              <a:t>4</a:t>
            </a:r>
            <a:r>
              <a:rPr lang="en-SI" sz="2000" dirty="0">
                <a:solidFill>
                  <a:srgbClr val="000000"/>
                </a:solidFill>
              </a:rPr>
              <a:t>.</a:t>
            </a:r>
            <a:r>
              <a:rPr lang="sl-SI" sz="2000" dirty="0">
                <a:solidFill>
                  <a:srgbClr val="000000"/>
                </a:solidFill>
              </a:rPr>
              <a:t>3</a:t>
            </a:r>
            <a:r>
              <a:rPr lang="en-SI" sz="2000" dirty="0">
                <a:solidFill>
                  <a:srgbClr val="000000"/>
                </a:solidFill>
              </a:rPr>
              <a:t> je vreden </a:t>
            </a:r>
            <a:r>
              <a:rPr lang="en-SI" sz="2000" dirty="0">
                <a:solidFill>
                  <a:srgbClr val="0070C0"/>
                </a:solidFill>
              </a:rPr>
              <a:t>1</a:t>
            </a:r>
            <a:r>
              <a:rPr lang="sl-SI" sz="2000" dirty="0">
                <a:solidFill>
                  <a:srgbClr val="0070C0"/>
                </a:solidFill>
              </a:rPr>
              <a:t>0</a:t>
            </a:r>
            <a:r>
              <a:rPr lang="en-SI" sz="2000" dirty="0">
                <a:solidFill>
                  <a:srgbClr val="0070C0"/>
                </a:solidFill>
              </a:rPr>
              <a:t> točk</a:t>
            </a:r>
          </a:p>
          <a:p>
            <a:endParaRPr lang="en-SI" sz="2000" dirty="0">
              <a:solidFill>
                <a:srgbClr val="0070C0"/>
              </a:solidFill>
            </a:endParaRPr>
          </a:p>
          <a:p>
            <a:endParaRPr lang="en-SI" sz="2000" dirty="0"/>
          </a:p>
        </p:txBody>
      </p:sp>
    </p:spTree>
    <p:extLst>
      <p:ext uri="{BB962C8B-B14F-4D97-AF65-F5344CB8AC3E}">
        <p14:creationId xmlns:p14="http://schemas.microsoft.com/office/powerpoint/2010/main" val="16927402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14F05-EB4F-A0D3-D255-572572C24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90399E8-D321-D6E0-BD76-E322BD6205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69A43B6-4A72-4A6E-B3BC-4E1A4B5DD1B6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41F7A7C-0062-94C3-EC01-24047E139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I" dirty="0"/>
              <a:t>Sklop V</a:t>
            </a:r>
            <a:r>
              <a:rPr lang="sl-SI" dirty="0"/>
              <a:t>4</a:t>
            </a:r>
            <a:r>
              <a:rPr lang="en-SI" dirty="0"/>
              <a:t>.</a:t>
            </a:r>
            <a:r>
              <a:rPr lang="sl-SI" dirty="0"/>
              <a:t>4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81D718-604F-903A-D353-9A9429B40A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28800"/>
            <a:ext cx="9144000" cy="4608512"/>
          </a:xfrm>
        </p:spPr>
        <p:txBody>
          <a:bodyPr/>
          <a:lstStyle/>
          <a:p>
            <a:r>
              <a:rPr lang="sl-SI" sz="2000" dirty="0"/>
              <a:t>Problem </a:t>
            </a:r>
            <a:r>
              <a:rPr lang="sl-SI" sz="2000" dirty="0">
                <a:solidFill>
                  <a:srgbClr val="0070C0"/>
                </a:solidFill>
              </a:rPr>
              <a:t>Pong</a:t>
            </a:r>
          </a:p>
          <a:p>
            <a:pPr lvl="1"/>
            <a:r>
              <a:rPr lang="sl-SI" sz="1600" dirty="0"/>
              <a:t>Igranje igre Pong</a:t>
            </a:r>
          </a:p>
          <a:p>
            <a:pPr lvl="1"/>
            <a:r>
              <a:rPr lang="sl-SI" sz="1600" dirty="0"/>
              <a:t>DQN in DDQN</a:t>
            </a:r>
          </a:p>
          <a:p>
            <a:pPr lvl="1"/>
            <a:endParaRPr lang="sl-SI" sz="1600" dirty="0"/>
          </a:p>
          <a:p>
            <a:r>
              <a:rPr lang="sl-SI" sz="2000" dirty="0"/>
              <a:t>Potrebna bo </a:t>
            </a:r>
            <a:r>
              <a:rPr lang="sl-SI" sz="2000" dirty="0">
                <a:solidFill>
                  <a:srgbClr val="C00000"/>
                </a:solidFill>
              </a:rPr>
              <a:t>modifikacija</a:t>
            </a:r>
            <a:r>
              <a:rPr lang="sl-SI" sz="2000" dirty="0"/>
              <a:t> agenta in Q-mrež</a:t>
            </a:r>
          </a:p>
          <a:p>
            <a:pPr lvl="1"/>
            <a:r>
              <a:rPr lang="sl-SI" sz="1600" dirty="0">
                <a:solidFill>
                  <a:srgbClr val="C00000"/>
                </a:solidFill>
              </a:rPr>
              <a:t>Vhod bo slika</a:t>
            </a:r>
            <a:r>
              <a:rPr lang="sl-SI" sz="1600" dirty="0"/>
              <a:t>, ki predstavlja situacijo v igri</a:t>
            </a:r>
          </a:p>
          <a:p>
            <a:pPr lvl="1"/>
            <a:r>
              <a:rPr lang="sl-SI" sz="1600" dirty="0"/>
              <a:t>Uporabite konvolucijske plasti</a:t>
            </a:r>
          </a:p>
          <a:p>
            <a:pPr lvl="1"/>
            <a:endParaRPr lang="sl-SI" sz="1600" dirty="0"/>
          </a:p>
          <a:p>
            <a:r>
              <a:rPr lang="sl-SI" sz="2000" dirty="0"/>
              <a:t>Parametri in zaustavitveni pogoji</a:t>
            </a:r>
          </a:p>
          <a:p>
            <a:pPr lvl="1"/>
            <a:r>
              <a:rPr lang="sl-SI" sz="1600" dirty="0">
                <a:solidFill>
                  <a:srgbClr val="000000"/>
                </a:solidFill>
              </a:rPr>
              <a:t>Raziščite smiselne in ustrezne vrednosti parametrov</a:t>
            </a:r>
          </a:p>
          <a:p>
            <a:pPr lvl="1"/>
            <a:r>
              <a:rPr lang="sl-SI" sz="1600" dirty="0">
                <a:solidFill>
                  <a:srgbClr val="C00000"/>
                </a:solidFill>
              </a:rPr>
              <a:t>Pri implementaciji je dobra ideja uporabiti zaustavitvene pogoje</a:t>
            </a:r>
          </a:p>
          <a:p>
            <a:pPr lvl="1"/>
            <a:r>
              <a:rPr lang="sl-SI" sz="1600" dirty="0">
                <a:solidFill>
                  <a:srgbClr val="C00000"/>
                </a:solidFill>
              </a:rPr>
              <a:t>Učenje bo bistveno bolj časovno zahtevno kot pri prejšnjih problemih!</a:t>
            </a:r>
          </a:p>
          <a:p>
            <a:endParaRPr lang="sl-SI" sz="2000" b="1" dirty="0">
              <a:solidFill>
                <a:srgbClr val="C00000"/>
              </a:solidFill>
            </a:endParaRPr>
          </a:p>
          <a:p>
            <a:r>
              <a:rPr lang="en-SI" sz="2000" dirty="0">
                <a:solidFill>
                  <a:srgbClr val="000000"/>
                </a:solidFill>
              </a:rPr>
              <a:t>Sklop V</a:t>
            </a:r>
            <a:r>
              <a:rPr lang="sl-SI" sz="2000" dirty="0">
                <a:solidFill>
                  <a:srgbClr val="000000"/>
                </a:solidFill>
              </a:rPr>
              <a:t>4</a:t>
            </a:r>
            <a:r>
              <a:rPr lang="en-SI" sz="2000" dirty="0">
                <a:solidFill>
                  <a:srgbClr val="000000"/>
                </a:solidFill>
              </a:rPr>
              <a:t>.</a:t>
            </a:r>
            <a:r>
              <a:rPr lang="sl-SI" sz="2000" dirty="0">
                <a:solidFill>
                  <a:srgbClr val="000000"/>
                </a:solidFill>
              </a:rPr>
              <a:t>4</a:t>
            </a:r>
            <a:r>
              <a:rPr lang="en-SI" sz="2000" dirty="0">
                <a:solidFill>
                  <a:srgbClr val="000000"/>
                </a:solidFill>
              </a:rPr>
              <a:t> je vreden </a:t>
            </a:r>
            <a:r>
              <a:rPr lang="en-SI" sz="2000" dirty="0">
                <a:solidFill>
                  <a:srgbClr val="0070C0"/>
                </a:solidFill>
              </a:rPr>
              <a:t>1</a:t>
            </a:r>
            <a:r>
              <a:rPr lang="sl-SI" sz="2000" dirty="0">
                <a:solidFill>
                  <a:srgbClr val="0070C0"/>
                </a:solidFill>
              </a:rPr>
              <a:t>5</a:t>
            </a:r>
            <a:r>
              <a:rPr lang="en-SI" sz="2000" dirty="0">
                <a:solidFill>
                  <a:srgbClr val="0070C0"/>
                </a:solidFill>
              </a:rPr>
              <a:t> točk</a:t>
            </a:r>
          </a:p>
          <a:p>
            <a:endParaRPr lang="en-SI" sz="2000" dirty="0">
              <a:solidFill>
                <a:srgbClr val="0070C0"/>
              </a:solidFill>
            </a:endParaRPr>
          </a:p>
          <a:p>
            <a:endParaRPr lang="en-SI" sz="2000" dirty="0"/>
          </a:p>
        </p:txBody>
      </p:sp>
    </p:spTree>
    <p:extLst>
      <p:ext uri="{BB962C8B-B14F-4D97-AF65-F5344CB8AC3E}">
        <p14:creationId xmlns:p14="http://schemas.microsoft.com/office/powerpoint/2010/main" val="26363766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CA456-96CB-7C18-497A-BA658F70A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A88987-39A7-778E-8DB8-19321FE25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69A43B6-4A72-4A6E-B3BC-4E1A4B5DD1B6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7207424-F79A-553C-C80F-A5802A86A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Pričakovani rezultati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6C751E-7156-4459-6387-683F377272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5012" y="1543425"/>
            <a:ext cx="3870176" cy="5079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8486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14D5F-82E3-46DB-6B88-0F0BE5CB0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6408E2-A08B-B735-9354-DF4539B103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69A43B6-4A72-4A6E-B3BC-4E1A4B5DD1B6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178D8DE-EA72-6BD1-F63C-202D50FCE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I" dirty="0"/>
              <a:t>Sklop V</a:t>
            </a:r>
            <a:r>
              <a:rPr lang="sl-SI" dirty="0"/>
              <a:t>4</a:t>
            </a:r>
            <a:r>
              <a:rPr lang="en-SI" dirty="0"/>
              <a:t>.</a:t>
            </a:r>
            <a:r>
              <a:rPr lang="sl-SI" dirty="0"/>
              <a:t>5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B2FB0A-F691-5E34-5953-2140118C95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28800"/>
            <a:ext cx="9144000" cy="4608512"/>
          </a:xfrm>
        </p:spPr>
        <p:txBody>
          <a:bodyPr/>
          <a:lstStyle/>
          <a:p>
            <a:r>
              <a:rPr lang="sl-SI" sz="2000" dirty="0"/>
              <a:t>Dopolnite implementacijo iz sklopa V4.4 z </a:t>
            </a:r>
            <a:r>
              <a:rPr lang="sl-SI" sz="2000" dirty="0">
                <a:solidFill>
                  <a:srgbClr val="0070C0"/>
                </a:solidFill>
              </a:rPr>
              <a:t>zmožnostjo učenja na več GPE</a:t>
            </a:r>
          </a:p>
          <a:p>
            <a:pPr lvl="1"/>
            <a:r>
              <a:rPr lang="sl-SI" sz="1600" dirty="0">
                <a:solidFill>
                  <a:srgbClr val="0070C0"/>
                </a:solidFill>
              </a:rPr>
              <a:t>PyTorch DDP </a:t>
            </a:r>
            <a:r>
              <a:rPr lang="sl-SI" sz="1600" dirty="0"/>
              <a:t>(Distributed Data Parallel) – starejši način porazdeljenega učenja</a:t>
            </a:r>
          </a:p>
          <a:p>
            <a:pPr lvl="1"/>
            <a:r>
              <a:rPr lang="sl-SI" sz="1600" dirty="0">
                <a:solidFill>
                  <a:srgbClr val="0070C0"/>
                </a:solidFill>
              </a:rPr>
              <a:t>PyTorch Lightning </a:t>
            </a:r>
            <a:r>
              <a:rPr lang="sl-SI" sz="1600" dirty="0"/>
              <a:t>– novejši način porazdeljenega učenja</a:t>
            </a:r>
          </a:p>
          <a:p>
            <a:pPr lvl="1"/>
            <a:r>
              <a:rPr lang="sl-SI" sz="1600" dirty="0">
                <a:solidFill>
                  <a:srgbClr val="0070C0"/>
                </a:solidFill>
              </a:rPr>
              <a:t>Lightning Fabric </a:t>
            </a:r>
            <a:r>
              <a:rPr lang="sl-SI" sz="1600" dirty="0"/>
              <a:t>– novejši način porazdeljenega učenja</a:t>
            </a:r>
          </a:p>
          <a:p>
            <a:endParaRPr lang="sl-SI" sz="2400" dirty="0">
              <a:solidFill>
                <a:srgbClr val="0070C0"/>
              </a:solidFill>
            </a:endParaRPr>
          </a:p>
          <a:p>
            <a:r>
              <a:rPr lang="sl-SI" sz="2000" dirty="0"/>
              <a:t>Uporabite </a:t>
            </a:r>
            <a:r>
              <a:rPr lang="sl-SI" sz="2000" dirty="0">
                <a:solidFill>
                  <a:srgbClr val="0070C0"/>
                </a:solidFill>
              </a:rPr>
              <a:t>Kaggle Notebook</a:t>
            </a:r>
          </a:p>
          <a:p>
            <a:pPr lvl="1"/>
            <a:r>
              <a:rPr lang="sl-SI" sz="1600" dirty="0"/>
              <a:t>2x NVIDIA Tesla T4 GPE </a:t>
            </a:r>
            <a:r>
              <a:rPr lang="sl-SI" sz="1600" dirty="0">
                <a:solidFill>
                  <a:srgbClr val="C00000"/>
                </a:solidFill>
              </a:rPr>
              <a:t>po verifikaciji računa</a:t>
            </a:r>
          </a:p>
          <a:p>
            <a:endParaRPr lang="sl-SI" sz="2000" dirty="0"/>
          </a:p>
          <a:p>
            <a:r>
              <a:rPr lang="sl-SI" sz="2000" dirty="0"/>
              <a:t>Primerjajte čas učenja in kvaliteto modela </a:t>
            </a:r>
          </a:p>
          <a:p>
            <a:endParaRPr lang="sl-SI" sz="2000" b="1" dirty="0">
              <a:solidFill>
                <a:srgbClr val="C00000"/>
              </a:solidFill>
            </a:endParaRPr>
          </a:p>
          <a:p>
            <a:r>
              <a:rPr lang="en-SI" sz="2000" dirty="0">
                <a:solidFill>
                  <a:srgbClr val="000000"/>
                </a:solidFill>
              </a:rPr>
              <a:t>Sklop V</a:t>
            </a:r>
            <a:r>
              <a:rPr lang="sl-SI" sz="2000" dirty="0">
                <a:solidFill>
                  <a:srgbClr val="000000"/>
                </a:solidFill>
              </a:rPr>
              <a:t>4</a:t>
            </a:r>
            <a:r>
              <a:rPr lang="en-SI" sz="2000" dirty="0">
                <a:solidFill>
                  <a:srgbClr val="000000"/>
                </a:solidFill>
              </a:rPr>
              <a:t>.</a:t>
            </a:r>
            <a:r>
              <a:rPr lang="sl-SI" sz="2000" dirty="0">
                <a:solidFill>
                  <a:srgbClr val="000000"/>
                </a:solidFill>
              </a:rPr>
              <a:t>5</a:t>
            </a:r>
            <a:r>
              <a:rPr lang="en-SI" sz="2000" dirty="0">
                <a:solidFill>
                  <a:srgbClr val="000000"/>
                </a:solidFill>
              </a:rPr>
              <a:t> je vreden </a:t>
            </a:r>
            <a:r>
              <a:rPr lang="en-SI" sz="2000" dirty="0">
                <a:solidFill>
                  <a:srgbClr val="0070C0"/>
                </a:solidFill>
              </a:rPr>
              <a:t>1</a:t>
            </a:r>
            <a:r>
              <a:rPr lang="sl-SI" sz="2000" dirty="0">
                <a:solidFill>
                  <a:srgbClr val="0070C0"/>
                </a:solidFill>
              </a:rPr>
              <a:t>5</a:t>
            </a:r>
            <a:r>
              <a:rPr lang="en-SI" sz="2000" dirty="0">
                <a:solidFill>
                  <a:srgbClr val="0070C0"/>
                </a:solidFill>
              </a:rPr>
              <a:t> točk</a:t>
            </a:r>
          </a:p>
          <a:p>
            <a:endParaRPr lang="en-SI" sz="2000" dirty="0">
              <a:solidFill>
                <a:srgbClr val="0070C0"/>
              </a:solidFill>
            </a:endParaRPr>
          </a:p>
          <a:p>
            <a:endParaRPr lang="en-SI" sz="2000" dirty="0"/>
          </a:p>
        </p:txBody>
      </p:sp>
    </p:spTree>
    <p:extLst>
      <p:ext uri="{BB962C8B-B14F-4D97-AF65-F5344CB8AC3E}">
        <p14:creationId xmlns:p14="http://schemas.microsoft.com/office/powerpoint/2010/main" val="27166799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grada številke diapozitiva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69A43B6-4A72-4A6E-B3BC-4E1A4B5DD1B6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sp>
        <p:nvSpPr>
          <p:cNvPr id="3" name="Naslov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I" dirty="0" err="1"/>
              <a:t>Zagovor</a:t>
            </a:r>
            <a:endParaRPr lang="sl-SI" dirty="0"/>
          </a:p>
        </p:txBody>
      </p:sp>
      <p:sp>
        <p:nvSpPr>
          <p:cNvPr id="4" name="Ograda vsebine 3"/>
          <p:cNvSpPr>
            <a:spLocks noGrp="1"/>
          </p:cNvSpPr>
          <p:nvPr>
            <p:ph idx="1"/>
          </p:nvPr>
        </p:nvSpPr>
        <p:spPr>
          <a:xfrm>
            <a:off x="0" y="1628800"/>
            <a:ext cx="9144000" cy="4608512"/>
          </a:xfrm>
        </p:spPr>
        <p:txBody>
          <a:bodyPr/>
          <a:lstStyle/>
          <a:p>
            <a:r>
              <a:rPr lang="en-SI" sz="2000" dirty="0">
                <a:solidFill>
                  <a:srgbClr val="C00000"/>
                </a:solidFill>
              </a:rPr>
              <a:t>Rok za </a:t>
            </a:r>
            <a:r>
              <a:rPr lang="en-SI" sz="2000" dirty="0" err="1">
                <a:solidFill>
                  <a:srgbClr val="C00000"/>
                </a:solidFill>
              </a:rPr>
              <a:t>oddajo</a:t>
            </a:r>
            <a:r>
              <a:rPr lang="en-SI" sz="2000" dirty="0">
                <a:solidFill>
                  <a:srgbClr val="C00000"/>
                </a:solidFill>
              </a:rPr>
              <a:t> </a:t>
            </a:r>
            <a:r>
              <a:rPr lang="en-SI" sz="2000" dirty="0" err="1">
                <a:solidFill>
                  <a:srgbClr val="C00000"/>
                </a:solidFill>
              </a:rPr>
              <a:t>na</a:t>
            </a:r>
            <a:r>
              <a:rPr lang="en-SI" sz="2000" dirty="0">
                <a:solidFill>
                  <a:srgbClr val="C00000"/>
                </a:solidFill>
              </a:rPr>
              <a:t> </a:t>
            </a:r>
            <a:r>
              <a:rPr lang="en-SI" sz="2000" dirty="0" err="1">
                <a:solidFill>
                  <a:srgbClr val="C00000"/>
                </a:solidFill>
              </a:rPr>
              <a:t>Učilnice</a:t>
            </a:r>
            <a:r>
              <a:rPr lang="en-SI" sz="2000" dirty="0">
                <a:solidFill>
                  <a:srgbClr val="C00000"/>
                </a:solidFill>
              </a:rPr>
              <a:t> Arnes: 20. 01. 2026 </a:t>
            </a:r>
            <a:r>
              <a:rPr lang="en-SI" sz="2000" dirty="0" err="1">
                <a:solidFill>
                  <a:srgbClr val="C00000"/>
                </a:solidFill>
              </a:rPr>
              <a:t>ob</a:t>
            </a:r>
            <a:r>
              <a:rPr lang="en-SI" sz="2000" dirty="0">
                <a:solidFill>
                  <a:srgbClr val="C00000"/>
                </a:solidFill>
              </a:rPr>
              <a:t> 00:00</a:t>
            </a:r>
          </a:p>
          <a:p>
            <a:pPr lvl="1"/>
            <a:r>
              <a:rPr lang="en-SI" sz="1800" dirty="0" err="1"/>
              <a:t>Oddajte</a:t>
            </a:r>
            <a:r>
              <a:rPr lang="en-SI" sz="1800" dirty="0"/>
              <a:t> </a:t>
            </a:r>
            <a:r>
              <a:rPr lang="en-SI" sz="1800" dirty="0" err="1"/>
              <a:t>datoteko</a:t>
            </a:r>
            <a:r>
              <a:rPr lang="en-SI" sz="1800" dirty="0"/>
              <a:t> .zip s </a:t>
            </a:r>
            <a:r>
              <a:rPr lang="en-SI" sz="1800" dirty="0" err="1"/>
              <a:t>kodo</a:t>
            </a:r>
            <a:endParaRPr lang="en-SI" sz="1800" dirty="0"/>
          </a:p>
          <a:p>
            <a:pPr lvl="1"/>
            <a:r>
              <a:rPr lang="en-SI" sz="1800" dirty="0"/>
              <a:t>Datoteko poimenujte po predlogi: V</a:t>
            </a:r>
            <a:r>
              <a:rPr lang="sl-SI" sz="1800" dirty="0"/>
              <a:t>4</a:t>
            </a:r>
            <a:r>
              <a:rPr lang="en-SI" sz="1800" dirty="0"/>
              <a:t>.[sklop]-[ime]-[priimek].zip</a:t>
            </a:r>
          </a:p>
          <a:p>
            <a:pPr lvl="2"/>
            <a:r>
              <a:rPr lang="en-SI" sz="1400" dirty="0"/>
              <a:t>Primer: V</a:t>
            </a:r>
            <a:r>
              <a:rPr lang="sl-SI" sz="1400" dirty="0"/>
              <a:t>4</a:t>
            </a:r>
            <a:r>
              <a:rPr lang="en-SI" sz="1400" dirty="0"/>
              <a:t>.1-Janez-Novak.zip</a:t>
            </a:r>
            <a:endParaRPr lang="sl-SI" sz="1400" dirty="0"/>
          </a:p>
          <a:p>
            <a:r>
              <a:rPr lang="en-SI" sz="2000" dirty="0" err="1">
                <a:solidFill>
                  <a:srgbClr val="0070C0"/>
                </a:solidFill>
              </a:rPr>
              <a:t>Vajo</a:t>
            </a:r>
            <a:r>
              <a:rPr lang="en-SI" sz="2000" dirty="0">
                <a:solidFill>
                  <a:srgbClr val="0070C0"/>
                </a:solidFill>
              </a:rPr>
              <a:t> </a:t>
            </a:r>
            <a:r>
              <a:rPr lang="en-SI" sz="2000" dirty="0" err="1">
                <a:solidFill>
                  <a:srgbClr val="0070C0"/>
                </a:solidFill>
              </a:rPr>
              <a:t>lahko</a:t>
            </a:r>
            <a:r>
              <a:rPr lang="en-SI" sz="2000" dirty="0">
                <a:solidFill>
                  <a:srgbClr val="0070C0"/>
                </a:solidFill>
              </a:rPr>
              <a:t> </a:t>
            </a:r>
            <a:r>
              <a:rPr lang="en-SI" sz="2000" dirty="0" err="1">
                <a:solidFill>
                  <a:srgbClr val="0070C0"/>
                </a:solidFill>
              </a:rPr>
              <a:t>zagovarjate</a:t>
            </a:r>
            <a:r>
              <a:rPr lang="en-SI" sz="2000" dirty="0">
                <a:solidFill>
                  <a:srgbClr val="0070C0"/>
                </a:solidFill>
              </a:rPr>
              <a:t> v </a:t>
            </a:r>
            <a:r>
              <a:rPr lang="en-SI" sz="2000" dirty="0" err="1">
                <a:solidFill>
                  <a:srgbClr val="0070C0"/>
                </a:solidFill>
              </a:rPr>
              <a:t>kateremkoli</a:t>
            </a:r>
            <a:r>
              <a:rPr lang="en-SI" sz="2000" dirty="0">
                <a:solidFill>
                  <a:srgbClr val="0070C0"/>
                </a:solidFill>
              </a:rPr>
              <a:t> </a:t>
            </a:r>
            <a:r>
              <a:rPr lang="en-SI" sz="2000" dirty="0" err="1">
                <a:solidFill>
                  <a:srgbClr val="0070C0"/>
                </a:solidFill>
              </a:rPr>
              <a:t>terminu</a:t>
            </a:r>
            <a:r>
              <a:rPr lang="en-SI" sz="2000" dirty="0">
                <a:solidFill>
                  <a:srgbClr val="0070C0"/>
                </a:solidFill>
              </a:rPr>
              <a:t> v </a:t>
            </a:r>
            <a:r>
              <a:rPr lang="en-SI" sz="2000" dirty="0" err="1">
                <a:solidFill>
                  <a:srgbClr val="0070C0"/>
                </a:solidFill>
              </a:rPr>
              <a:t>zimskem</a:t>
            </a:r>
            <a:r>
              <a:rPr lang="en-SI" sz="2000" dirty="0">
                <a:solidFill>
                  <a:srgbClr val="0070C0"/>
                </a:solidFill>
              </a:rPr>
              <a:t> </a:t>
            </a:r>
            <a:r>
              <a:rPr lang="en-SI" sz="2000" dirty="0" err="1">
                <a:solidFill>
                  <a:srgbClr val="0070C0"/>
                </a:solidFill>
              </a:rPr>
              <a:t>semestru</a:t>
            </a:r>
            <a:endParaRPr lang="en-SI" sz="2000" dirty="0">
              <a:solidFill>
                <a:srgbClr val="0070C0"/>
              </a:solidFill>
            </a:endParaRPr>
          </a:p>
          <a:p>
            <a:pPr lvl="1"/>
            <a:r>
              <a:rPr lang="en-SI" sz="1800" dirty="0"/>
              <a:t>Po roku za oddajo boste lahko vajo zagovarjali na dodatnem terminu </a:t>
            </a:r>
            <a:r>
              <a:rPr lang="en-SI" sz="1800" dirty="0">
                <a:solidFill>
                  <a:srgbClr val="C00000"/>
                </a:solidFill>
              </a:rPr>
              <a:t>(samo sklop V</a:t>
            </a:r>
            <a:r>
              <a:rPr lang="sl-SI" sz="1800">
                <a:solidFill>
                  <a:srgbClr val="C00000"/>
                </a:solidFill>
              </a:rPr>
              <a:t>4</a:t>
            </a:r>
            <a:r>
              <a:rPr lang="en-SI" sz="1800">
                <a:solidFill>
                  <a:srgbClr val="C00000"/>
                </a:solidFill>
              </a:rPr>
              <a:t>.1</a:t>
            </a:r>
            <a:r>
              <a:rPr lang="en-SI" sz="1800" dirty="0">
                <a:solidFill>
                  <a:srgbClr val="C00000"/>
                </a:solidFill>
              </a:rPr>
              <a:t>!)</a:t>
            </a:r>
          </a:p>
          <a:p>
            <a:r>
              <a:rPr lang="en-SI" sz="2000" dirty="0" err="1"/>
              <a:t>Pregled</a:t>
            </a:r>
            <a:r>
              <a:rPr lang="en-SI" sz="2000" dirty="0"/>
              <a:t> </a:t>
            </a:r>
            <a:r>
              <a:rPr lang="en-SI" sz="2000" dirty="0" err="1"/>
              <a:t>rezultatov</a:t>
            </a:r>
            <a:r>
              <a:rPr lang="en-SI" sz="2000" dirty="0"/>
              <a:t> in </a:t>
            </a:r>
            <a:r>
              <a:rPr lang="en-SI" sz="2000" dirty="0" err="1"/>
              <a:t>kode</a:t>
            </a:r>
            <a:endParaRPr lang="en-SI" sz="2000" dirty="0"/>
          </a:p>
          <a:p>
            <a:r>
              <a:rPr lang="en-SI" sz="2000" dirty="0"/>
              <a:t>Na </a:t>
            </a:r>
            <a:r>
              <a:rPr lang="en-SI" sz="2000" dirty="0" err="1"/>
              <a:t>zagovor</a:t>
            </a:r>
            <a:r>
              <a:rPr lang="en-SI" sz="2000" dirty="0"/>
              <a:t> </a:t>
            </a:r>
            <a:r>
              <a:rPr lang="en-SI" sz="2000" dirty="0" err="1"/>
              <a:t>pridite</a:t>
            </a:r>
            <a:r>
              <a:rPr lang="en-SI" sz="2000" dirty="0"/>
              <a:t> </a:t>
            </a:r>
            <a:r>
              <a:rPr lang="en-SI" sz="2000" dirty="0" err="1"/>
              <a:t>pripravljeni</a:t>
            </a:r>
            <a:endParaRPr lang="en-SI" sz="2000" dirty="0"/>
          </a:p>
          <a:p>
            <a:r>
              <a:rPr lang="en-SI" sz="2000" dirty="0" err="1">
                <a:solidFill>
                  <a:srgbClr val="C00000"/>
                </a:solidFill>
              </a:rPr>
              <a:t>Vajo</a:t>
            </a:r>
            <a:r>
              <a:rPr lang="en-SI" sz="2000" dirty="0">
                <a:solidFill>
                  <a:srgbClr val="C00000"/>
                </a:solidFill>
              </a:rPr>
              <a:t> </a:t>
            </a:r>
            <a:r>
              <a:rPr lang="en-SI" sz="2000" dirty="0" err="1">
                <a:solidFill>
                  <a:srgbClr val="C00000"/>
                </a:solidFill>
              </a:rPr>
              <a:t>rešujte</a:t>
            </a:r>
            <a:r>
              <a:rPr lang="en-SI" sz="2000" dirty="0">
                <a:solidFill>
                  <a:srgbClr val="C00000"/>
                </a:solidFill>
              </a:rPr>
              <a:t> </a:t>
            </a:r>
            <a:r>
              <a:rPr lang="en-SI" sz="2000" dirty="0" err="1">
                <a:solidFill>
                  <a:srgbClr val="C00000"/>
                </a:solidFill>
              </a:rPr>
              <a:t>sami</a:t>
            </a:r>
            <a:r>
              <a:rPr lang="en-SI" sz="2000" dirty="0">
                <a:solidFill>
                  <a:srgbClr val="C00000"/>
                </a:solidFill>
              </a:rPr>
              <a:t>!</a:t>
            </a:r>
          </a:p>
          <a:p>
            <a:pPr lvl="1"/>
            <a:r>
              <a:rPr lang="en-SI" sz="1800" dirty="0" err="1">
                <a:solidFill>
                  <a:srgbClr val="C00000"/>
                </a:solidFill>
              </a:rPr>
              <a:t>Vaše</a:t>
            </a:r>
            <a:r>
              <a:rPr lang="en-SI" sz="1800" dirty="0">
                <a:solidFill>
                  <a:srgbClr val="C00000"/>
                </a:solidFill>
              </a:rPr>
              <a:t> </a:t>
            </a:r>
            <a:r>
              <a:rPr lang="en-SI" sz="1800" dirty="0" err="1">
                <a:solidFill>
                  <a:srgbClr val="C00000"/>
                </a:solidFill>
              </a:rPr>
              <a:t>oddane</a:t>
            </a:r>
            <a:r>
              <a:rPr lang="en-SI" sz="1800" dirty="0">
                <a:solidFill>
                  <a:srgbClr val="C00000"/>
                </a:solidFill>
              </a:rPr>
              <a:t> </a:t>
            </a:r>
            <a:r>
              <a:rPr lang="en-SI" sz="1800" dirty="0" err="1">
                <a:solidFill>
                  <a:srgbClr val="C00000"/>
                </a:solidFill>
              </a:rPr>
              <a:t>vaje</a:t>
            </a:r>
            <a:r>
              <a:rPr lang="en-SI" sz="1800" dirty="0">
                <a:solidFill>
                  <a:srgbClr val="C00000"/>
                </a:solidFill>
              </a:rPr>
              <a:t> se </a:t>
            </a:r>
            <a:r>
              <a:rPr lang="en-SI" sz="1800" dirty="0" err="1">
                <a:solidFill>
                  <a:srgbClr val="C00000"/>
                </a:solidFill>
              </a:rPr>
              <a:t>preverjajo</a:t>
            </a:r>
            <a:r>
              <a:rPr lang="en-SI" sz="1800" dirty="0">
                <a:solidFill>
                  <a:srgbClr val="C00000"/>
                </a:solidFill>
              </a:rPr>
              <a:t> z </a:t>
            </a:r>
            <a:r>
              <a:rPr lang="en-SI" sz="1800" dirty="0" err="1">
                <a:solidFill>
                  <a:srgbClr val="C00000"/>
                </a:solidFill>
              </a:rPr>
              <a:t>orodji</a:t>
            </a:r>
            <a:r>
              <a:rPr lang="en-SI" sz="1800" dirty="0">
                <a:solidFill>
                  <a:srgbClr val="C00000"/>
                </a:solidFill>
              </a:rPr>
              <a:t> za </a:t>
            </a:r>
            <a:r>
              <a:rPr lang="en-SI" sz="1800" dirty="0" err="1">
                <a:solidFill>
                  <a:srgbClr val="C00000"/>
                </a:solidFill>
              </a:rPr>
              <a:t>detekcijo</a:t>
            </a:r>
            <a:r>
              <a:rPr lang="en-SI" sz="1800" dirty="0">
                <a:solidFill>
                  <a:srgbClr val="C00000"/>
                </a:solidFill>
              </a:rPr>
              <a:t> </a:t>
            </a:r>
            <a:r>
              <a:rPr lang="en-SI" sz="1800" dirty="0" err="1">
                <a:solidFill>
                  <a:srgbClr val="C00000"/>
                </a:solidFill>
              </a:rPr>
              <a:t>podobnih</a:t>
            </a:r>
            <a:r>
              <a:rPr lang="en-SI" sz="1800" dirty="0">
                <a:solidFill>
                  <a:srgbClr val="C00000"/>
                </a:solidFill>
              </a:rPr>
              <a:t> </a:t>
            </a:r>
            <a:r>
              <a:rPr lang="en-SI" sz="1800" dirty="0" err="1">
                <a:solidFill>
                  <a:srgbClr val="C00000"/>
                </a:solidFill>
              </a:rPr>
              <a:t>vsebin</a:t>
            </a:r>
            <a:endParaRPr lang="sl-SI" sz="18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76744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aslov 4"/>
          <p:cNvSpPr>
            <a:spLocks noGrp="1"/>
          </p:cNvSpPr>
          <p:nvPr>
            <p:ph type="title"/>
          </p:nvPr>
        </p:nvSpPr>
        <p:spPr>
          <a:xfrm>
            <a:off x="533400" y="2885728"/>
            <a:ext cx="8153400" cy="1047328"/>
          </a:xfrm>
        </p:spPr>
        <p:txBody>
          <a:bodyPr/>
          <a:lstStyle/>
          <a:p>
            <a:r>
              <a:rPr lang="sl-SI" dirty="0"/>
              <a:t>Vprašanja</a:t>
            </a:r>
          </a:p>
        </p:txBody>
      </p:sp>
      <p:sp>
        <p:nvSpPr>
          <p:cNvPr id="2" name="Ograda številke diapozitiva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69A43B6-4A72-4A6E-B3BC-4E1A4B5DD1B6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052082"/>
      </p:ext>
    </p:extLst>
  </p:cSld>
  <p:clrMapOvr>
    <a:masterClrMapping/>
  </p:clrMapOvr>
</p:sld>
</file>

<file path=ppt/theme/theme1.xml><?xml version="1.0" encoding="utf-8"?>
<a:theme xmlns:a="http://schemas.openxmlformats.org/drawingml/2006/main" name="1_LHRS_2013">
  <a:themeElements>
    <a:clrScheme name="FG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FG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FG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G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G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G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G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G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G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LHRS_2014.potx" id="{DAC3B960-E6D7-4D7E-81C4-82EA3ECCD6F6}" vid="{12C7CB9F-41BB-4160-AC36-BEAF18E6B0A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ova tema">
  <a:themeElements>
    <a:clrScheme name="Pisarn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isarn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Pisarn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3795508-bba7-40bd-8313-8a2cef98e614">
      <Terms xmlns="http://schemas.microsoft.com/office/infopath/2007/PartnerControls"/>
    </lcf76f155ced4ddcb4097134ff3c332f>
    <TaxCatchAll xmlns="9af19b34-8bc1-4f65-8c3c-af4564d0e4c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CEF3439508BC34EB613D27129873369" ma:contentTypeVersion="10" ma:contentTypeDescription="Create a new document." ma:contentTypeScope="" ma:versionID="fbd9c0453486daeb272a12878bf7d7e9">
  <xsd:schema xmlns:xsd="http://www.w3.org/2001/XMLSchema" xmlns:xs="http://www.w3.org/2001/XMLSchema" xmlns:p="http://schemas.microsoft.com/office/2006/metadata/properties" xmlns:ns2="d3795508-bba7-40bd-8313-8a2cef98e614" xmlns:ns3="9af19b34-8bc1-4f65-8c3c-af4564d0e4c2" targetNamespace="http://schemas.microsoft.com/office/2006/metadata/properties" ma:root="true" ma:fieldsID="33bafef23093cdc33df504fcbc2ef3aa" ns2:_="" ns3:_="">
    <xsd:import namespace="d3795508-bba7-40bd-8313-8a2cef98e614"/>
    <xsd:import namespace="9af19b34-8bc1-4f65-8c3c-af4564d0e4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795508-bba7-40bd-8313-8a2cef98e61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314c371a-e1e1-4790-b7b3-e586cefac30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f19b34-8bc1-4f65-8c3c-af4564d0e4c2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47637409-5ac8-4688-b62f-649bcdb7cc58}" ma:internalName="TaxCatchAll" ma:showField="CatchAllData" ma:web="9af19b34-8bc1-4f65-8c3c-af4564d0e4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3FF2E6FB299C0E43BB4D7A395762AA5A" ma:contentTypeVersion="1" ma:contentTypeDescription="Ustvari nov dokument." ma:contentTypeScope="" ma:versionID="5598c905d0afef617b243e7f590b3a1f">
  <xsd:schema xmlns:xsd="http://www.w3.org/2001/XMLSchema" xmlns:xs="http://www.w3.org/2001/XMLSchema" xmlns:p="http://schemas.microsoft.com/office/2006/metadata/properties" xmlns:ns1="http://schemas.microsoft.com/sharepoint/v3" xmlns:ns2="c414fd7f-21c6-4d94-90e3-68400e5795fc" targetNamespace="http://schemas.microsoft.com/office/2006/metadata/properties" ma:root="true" ma:fieldsID="988354801c0f265fa3c5dd21ba8ddade" ns1:_="" ns2:_="">
    <xsd:import namespace="http://schemas.microsoft.com/sharepoint/v3"/>
    <xsd:import namespace="c414fd7f-21c6-4d94-90e3-68400e5795fc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11" nillable="true" ma:displayName="Razporejanje začetnega datuma" ma:description="" ma:hidden="true" ma:internalName="PublishingStartDate">
      <xsd:simpleType>
        <xsd:restriction base="dms:Unknown"/>
      </xsd:simpleType>
    </xsd:element>
    <xsd:element name="PublishingExpirationDate" ma:index="12" nillable="true" ma:displayName="Razporejanje končnega datuma" ma:description="" ma:hidden="true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14fd7f-21c6-4d94-90e3-68400e5795fc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Vrednost ID-ja dokumenta" ma:description="Vrednost ID-ja dokumenta, dodeljenega temu elementu." ma:internalName="_dlc_DocId" ma:readOnly="true">
      <xsd:simpleType>
        <xsd:restriction base="dms:Text"/>
      </xsd:simpleType>
    </xsd:element>
    <xsd:element name="_dlc_DocIdUrl" ma:index="9" nillable="true" ma:displayName="ID dokumenta" ma:description="Trajna povezava do tega dokumenta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Vrsta vsebine"/>
        <xsd:element ref="dc:title" minOccurs="0" maxOccurs="1" ma:index="4" ma:displayName="Naslov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15F4E28-FA13-4293-A0DD-563E50E12AE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c414fd7f-21c6-4d94-90e3-68400e5795fc"/>
  </ds:schemaRefs>
</ds:datastoreItem>
</file>

<file path=customXml/itemProps2.xml><?xml version="1.0" encoding="utf-8"?>
<ds:datastoreItem xmlns:ds="http://schemas.openxmlformats.org/officeDocument/2006/customXml" ds:itemID="{B99847F2-C50A-49FC-B176-4CFC67AB829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321F8B2-BD5C-4F69-9525-64F0928F3639}"/>
</file>

<file path=customXml/itemProps4.xml><?xml version="1.0" encoding="utf-8"?>
<ds:datastoreItem xmlns:ds="http://schemas.openxmlformats.org/officeDocument/2006/customXml" ds:itemID="{155BD43A-694A-4905-A35D-A3465C67C1C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c414fd7f-21c6-4d94-90e3-68400e5795f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3244</TotalTime>
  <Words>776</Words>
  <Application>Microsoft Office PowerPoint</Application>
  <PresentationFormat>On-screen Show (4:3)</PresentationFormat>
  <Paragraphs>144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Cambria Math</vt:lpstr>
      <vt:lpstr>Tahoma</vt:lpstr>
      <vt:lpstr>Wingdings</vt:lpstr>
      <vt:lpstr>1_LHRS_2013</vt:lpstr>
      <vt:lpstr>Napredne arhitekture in učenje globokih nevronskih mrež (R-IT MAG)</vt:lpstr>
      <vt:lpstr>Okrepitveno učenje</vt:lpstr>
      <vt:lpstr>Globoko okrepitveno učenje</vt:lpstr>
      <vt:lpstr>Okolja za učenje agentov</vt:lpstr>
      <vt:lpstr>Cilj vaje</vt:lpstr>
      <vt:lpstr>Sklop V4.1</vt:lpstr>
      <vt:lpstr>Pričakovani rezultati</vt:lpstr>
      <vt:lpstr>Sklop V4.2</vt:lpstr>
      <vt:lpstr>Sklop V4.3</vt:lpstr>
      <vt:lpstr>Sklop V4.4</vt:lpstr>
      <vt:lpstr>Pričakovani rezultati</vt:lpstr>
      <vt:lpstr>Sklop V4.5</vt:lpstr>
      <vt:lpstr>Zagovor</vt:lpstr>
      <vt:lpstr>Vprašanja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Računalniška omrežja (R-IT VS)</dc:title>
  <dc:creator>Mladen</dc:creator>
  <cp:lastModifiedBy>Mladen Borovič</cp:lastModifiedBy>
  <cp:revision>115</cp:revision>
  <cp:lastPrinted>2016-03-21T06:57:14Z</cp:lastPrinted>
  <dcterms:created xsi:type="dcterms:W3CDTF">2013-02-25T06:20:36Z</dcterms:created>
  <dcterms:modified xsi:type="dcterms:W3CDTF">2025-11-11T12:34:53Z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0x0101003CEF3439508BC34EB613D27129873369</vt:lpwstr>
  </property>
  <property fmtid="{D5CDD505-2E9C-101B-9397-08002B2CF9AE}" pid="3" name="_dlc_DocIdItemGuid">
    <vt:lpwstr>c81c6f67-0e37-43bd-af0c-0c1526b8c877</vt:lpwstr>
  </property>
</Properties>
</file>