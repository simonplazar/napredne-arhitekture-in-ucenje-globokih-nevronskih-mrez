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5"/>
  </p:sldMasterIdLst>
  <p:notesMasterIdLst>
    <p:notesMasterId r:id="rId17"/>
  </p:notesMasterIdLst>
  <p:handoutMasterIdLst>
    <p:handoutMasterId r:id="rId18"/>
  </p:handoutMasterIdLst>
  <p:sldIdLst>
    <p:sldId id="256" r:id="rId6"/>
    <p:sldId id="277" r:id="rId7"/>
    <p:sldId id="278" r:id="rId8"/>
    <p:sldId id="279" r:id="rId9"/>
    <p:sldId id="280" r:id="rId10"/>
    <p:sldId id="281" r:id="rId11"/>
    <p:sldId id="265" r:id="rId12"/>
    <p:sldId id="275" r:id="rId13"/>
    <p:sldId id="270" r:id="rId14"/>
    <p:sldId id="271" r:id="rId15"/>
    <p:sldId id="264" r:id="rId16"/>
  </p:sldIdLst>
  <p:sldSz cx="9144000" cy="6858000" type="screen4x3"/>
  <p:notesSz cx="6797675" cy="987425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6A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AD16DA-E653-4F78-87DF-1323EF21B6F9}" v="6" dt="2023-09-26T12:14:26.4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rednji slog 2 – poudarek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74" autoAdjust="0"/>
    <p:restoredTop sz="94660"/>
  </p:normalViewPr>
  <p:slideViewPr>
    <p:cSldViewPr>
      <p:cViewPr varScale="1">
        <p:scale>
          <a:sx n="108" d="100"/>
          <a:sy n="108" d="100"/>
        </p:scale>
        <p:origin x="1662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-1992" y="-72"/>
      </p:cViewPr>
      <p:guideLst>
        <p:guide orient="horz" pos="3110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5/10/relationships/revisionInfo" Target="revisionInfo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22" Type="http://schemas.openxmlformats.org/officeDocument/2006/relationships/tableStyles" Target="tableStyles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laden Borovič" userId="b42f88c1-a761-41f8-ba08-c119211cc4a8" providerId="ADAL" clId="{4103D0F5-B509-46A1-90F9-A5A5652B32BF}"/>
    <pc:docChg chg="modSld">
      <pc:chgData name="Mladen Borovič" userId="b42f88c1-a761-41f8-ba08-c119211cc4a8" providerId="ADAL" clId="{4103D0F5-B509-46A1-90F9-A5A5652B32BF}" dt="2019-05-13T08:36:57.293" v="14" actId="1076"/>
      <pc:docMkLst>
        <pc:docMk/>
      </pc:docMkLst>
      <pc:sldChg chg="addSp modSp">
        <pc:chgData name="Mladen Borovič" userId="b42f88c1-a761-41f8-ba08-c119211cc4a8" providerId="ADAL" clId="{4103D0F5-B509-46A1-90F9-A5A5652B32BF}" dt="2019-05-13T08:36:57.293" v="14" actId="1076"/>
        <pc:sldMkLst>
          <pc:docMk/>
          <pc:sldMk cId="2062681491" sldId="262"/>
        </pc:sldMkLst>
        <pc:spChg chg="mod">
          <ac:chgData name="Mladen Borovič" userId="b42f88c1-a761-41f8-ba08-c119211cc4a8" providerId="ADAL" clId="{4103D0F5-B509-46A1-90F9-A5A5652B32BF}" dt="2019-05-13T08:36:44.668" v="10" actId="404"/>
          <ac:spMkLst>
            <pc:docMk/>
            <pc:sldMk cId="2062681491" sldId="262"/>
            <ac:spMk id="4" creationId="{00000000-0000-0000-0000-000000000000}"/>
          </ac:spMkLst>
        </pc:spChg>
        <pc:spChg chg="mod">
          <ac:chgData name="Mladen Borovič" userId="b42f88c1-a761-41f8-ba08-c119211cc4a8" providerId="ADAL" clId="{4103D0F5-B509-46A1-90F9-A5A5652B32BF}" dt="2019-05-13T08:36:48.053" v="11" actId="1076"/>
          <ac:spMkLst>
            <pc:docMk/>
            <pc:sldMk cId="2062681491" sldId="262"/>
            <ac:spMk id="5" creationId="{00000000-0000-0000-0000-000000000000}"/>
          </ac:spMkLst>
        </pc:spChg>
        <pc:picChg chg="add mod">
          <ac:chgData name="Mladen Borovič" userId="b42f88c1-a761-41f8-ba08-c119211cc4a8" providerId="ADAL" clId="{4103D0F5-B509-46A1-90F9-A5A5652B32BF}" dt="2019-05-13T08:36:57.293" v="14" actId="1076"/>
          <ac:picMkLst>
            <pc:docMk/>
            <pc:sldMk cId="2062681491" sldId="262"/>
            <ac:picMk id="6" creationId="{6994A637-25B2-4C48-80F5-E70A70A57573}"/>
          </ac:picMkLst>
        </pc:picChg>
      </pc:sldChg>
      <pc:sldChg chg="modSp">
        <pc:chgData name="Mladen Borovič" userId="b42f88c1-a761-41f8-ba08-c119211cc4a8" providerId="ADAL" clId="{4103D0F5-B509-46A1-90F9-A5A5652B32BF}" dt="2019-05-13T08:36:36.675" v="9" actId="20577"/>
        <pc:sldMkLst>
          <pc:docMk/>
          <pc:sldMk cId="2052955499" sldId="265"/>
        </pc:sldMkLst>
        <pc:spChg chg="mod">
          <ac:chgData name="Mladen Borovič" userId="b42f88c1-a761-41f8-ba08-c119211cc4a8" providerId="ADAL" clId="{4103D0F5-B509-46A1-90F9-A5A5652B32BF}" dt="2019-05-13T08:36:36.675" v="9" actId="20577"/>
          <ac:spMkLst>
            <pc:docMk/>
            <pc:sldMk cId="2052955499" sldId="265"/>
            <ac:spMk id="4" creationId="{00000000-0000-0000-0000-000000000000}"/>
          </ac:spMkLst>
        </pc:spChg>
      </pc:sldChg>
    </pc:docChg>
  </pc:docChgLst>
  <pc:docChgLst>
    <pc:chgData name="Mladen Borovič" userId="b42f88c1-a761-41f8-ba08-c119211cc4a8" providerId="ADAL" clId="{C73B98C7-42DA-4AEE-A5EF-355B2AC0C5FE}"/>
    <pc:docChg chg="undo custSel addSld delSld modSld">
      <pc:chgData name="Mladen Borovič" userId="b42f88c1-a761-41f8-ba08-c119211cc4a8" providerId="ADAL" clId="{C73B98C7-42DA-4AEE-A5EF-355B2AC0C5FE}" dt="2023-07-20T17:48:34.808" v="4719" actId="6549"/>
      <pc:docMkLst>
        <pc:docMk/>
      </pc:docMkLst>
      <pc:sldChg chg="add del">
        <pc:chgData name="Mladen Borovič" userId="b42f88c1-a761-41f8-ba08-c119211cc4a8" providerId="ADAL" clId="{C73B98C7-42DA-4AEE-A5EF-355B2AC0C5FE}" dt="2023-07-20T13:06:25.723" v="4466" actId="47"/>
        <pc:sldMkLst>
          <pc:docMk/>
          <pc:sldMk cId="4254918318" sldId="257"/>
        </pc:sldMkLst>
      </pc:sldChg>
      <pc:sldChg chg="add del">
        <pc:chgData name="Mladen Borovič" userId="b42f88c1-a761-41f8-ba08-c119211cc4a8" providerId="ADAL" clId="{C73B98C7-42DA-4AEE-A5EF-355B2AC0C5FE}" dt="2023-07-20T13:06:25.723" v="4466" actId="47"/>
        <pc:sldMkLst>
          <pc:docMk/>
          <pc:sldMk cId="1782043347" sldId="258"/>
        </pc:sldMkLst>
      </pc:sldChg>
      <pc:sldChg chg="add del">
        <pc:chgData name="Mladen Borovič" userId="b42f88c1-a761-41f8-ba08-c119211cc4a8" providerId="ADAL" clId="{C73B98C7-42DA-4AEE-A5EF-355B2AC0C5FE}" dt="2023-07-20T13:06:25.723" v="4466" actId="47"/>
        <pc:sldMkLst>
          <pc:docMk/>
          <pc:sldMk cId="2062681491" sldId="262"/>
        </pc:sldMkLst>
      </pc:sldChg>
      <pc:sldChg chg="modSp mod">
        <pc:chgData name="Mladen Borovič" userId="b42f88c1-a761-41f8-ba08-c119211cc4a8" providerId="ADAL" clId="{C73B98C7-42DA-4AEE-A5EF-355B2AC0C5FE}" dt="2023-07-20T13:00:00.687" v="4114" actId="20577"/>
        <pc:sldMkLst>
          <pc:docMk/>
          <pc:sldMk cId="2052955499" sldId="265"/>
        </pc:sldMkLst>
        <pc:spChg chg="mod">
          <ac:chgData name="Mladen Borovič" userId="b42f88c1-a761-41f8-ba08-c119211cc4a8" providerId="ADAL" clId="{C73B98C7-42DA-4AEE-A5EF-355B2AC0C5FE}" dt="2023-07-20T12:46:21.190" v="3043" actId="20577"/>
          <ac:spMkLst>
            <pc:docMk/>
            <pc:sldMk cId="2052955499" sldId="265"/>
            <ac:spMk id="3" creationId="{00000000-0000-0000-0000-000000000000}"/>
          </ac:spMkLst>
        </pc:spChg>
        <pc:spChg chg="mod">
          <ac:chgData name="Mladen Borovič" userId="b42f88c1-a761-41f8-ba08-c119211cc4a8" providerId="ADAL" clId="{C73B98C7-42DA-4AEE-A5EF-355B2AC0C5FE}" dt="2023-07-20T13:00:00.687" v="4114" actId="20577"/>
          <ac:spMkLst>
            <pc:docMk/>
            <pc:sldMk cId="2052955499" sldId="265"/>
            <ac:spMk id="4" creationId="{00000000-0000-0000-0000-000000000000}"/>
          </ac:spMkLst>
        </pc:spChg>
      </pc:sldChg>
      <pc:sldChg chg="add del">
        <pc:chgData name="Mladen Borovič" userId="b42f88c1-a761-41f8-ba08-c119211cc4a8" providerId="ADAL" clId="{C73B98C7-42DA-4AEE-A5EF-355B2AC0C5FE}" dt="2023-07-20T13:06:25.723" v="4466" actId="47"/>
        <pc:sldMkLst>
          <pc:docMk/>
          <pc:sldMk cId="2024689302" sldId="266"/>
        </pc:sldMkLst>
      </pc:sldChg>
      <pc:sldChg chg="modSp mod">
        <pc:chgData name="Mladen Borovič" userId="b42f88c1-a761-41f8-ba08-c119211cc4a8" providerId="ADAL" clId="{C73B98C7-42DA-4AEE-A5EF-355B2AC0C5FE}" dt="2023-07-20T17:48:34.808" v="4719" actId="6549"/>
        <pc:sldMkLst>
          <pc:docMk/>
          <pc:sldMk cId="4228491986" sldId="270"/>
        </pc:sldMkLst>
        <pc:spChg chg="mod">
          <ac:chgData name="Mladen Borovič" userId="b42f88c1-a761-41f8-ba08-c119211cc4a8" providerId="ADAL" clId="{C73B98C7-42DA-4AEE-A5EF-355B2AC0C5FE}" dt="2023-07-20T17:48:34.808" v="4719" actId="6549"/>
          <ac:spMkLst>
            <pc:docMk/>
            <pc:sldMk cId="4228491986" sldId="270"/>
            <ac:spMk id="4" creationId="{00000000-0000-0000-0000-000000000000}"/>
          </ac:spMkLst>
        </pc:spChg>
      </pc:sldChg>
      <pc:sldChg chg="add del">
        <pc:chgData name="Mladen Borovič" userId="b42f88c1-a761-41f8-ba08-c119211cc4a8" providerId="ADAL" clId="{C73B98C7-42DA-4AEE-A5EF-355B2AC0C5FE}" dt="2023-07-20T13:06:25.723" v="4466" actId="47"/>
        <pc:sldMkLst>
          <pc:docMk/>
          <pc:sldMk cId="1702973756" sldId="272"/>
        </pc:sldMkLst>
      </pc:sldChg>
      <pc:sldChg chg="add del">
        <pc:chgData name="Mladen Borovič" userId="b42f88c1-a761-41f8-ba08-c119211cc4a8" providerId="ADAL" clId="{C73B98C7-42DA-4AEE-A5EF-355B2AC0C5FE}" dt="2023-07-20T13:06:25.723" v="4466" actId="47"/>
        <pc:sldMkLst>
          <pc:docMk/>
          <pc:sldMk cId="2673830653" sldId="273"/>
        </pc:sldMkLst>
      </pc:sldChg>
      <pc:sldChg chg="add del">
        <pc:chgData name="Mladen Borovič" userId="b42f88c1-a761-41f8-ba08-c119211cc4a8" providerId="ADAL" clId="{C73B98C7-42DA-4AEE-A5EF-355B2AC0C5FE}" dt="2023-07-20T13:06:25.723" v="4466" actId="47"/>
        <pc:sldMkLst>
          <pc:docMk/>
          <pc:sldMk cId="1997198143" sldId="274"/>
        </pc:sldMkLst>
      </pc:sldChg>
      <pc:sldChg chg="addSp modSp add del mod">
        <pc:chgData name="Mladen Borovič" userId="b42f88c1-a761-41f8-ba08-c119211cc4a8" providerId="ADAL" clId="{C73B98C7-42DA-4AEE-A5EF-355B2AC0C5FE}" dt="2023-07-20T13:06:19.356" v="4465" actId="2696"/>
        <pc:sldMkLst>
          <pc:docMk/>
          <pc:sldMk cId="2037493806" sldId="275"/>
        </pc:sldMkLst>
        <pc:spChg chg="mod">
          <ac:chgData name="Mladen Borovič" userId="b42f88c1-a761-41f8-ba08-c119211cc4a8" providerId="ADAL" clId="{C73B98C7-42DA-4AEE-A5EF-355B2AC0C5FE}" dt="2023-07-20T13:00:36.239" v="4135" actId="20577"/>
          <ac:spMkLst>
            <pc:docMk/>
            <pc:sldMk cId="2037493806" sldId="275"/>
            <ac:spMk id="3" creationId="{00000000-0000-0000-0000-000000000000}"/>
          </ac:spMkLst>
        </pc:spChg>
        <pc:spChg chg="mod">
          <ac:chgData name="Mladen Borovič" userId="b42f88c1-a761-41f8-ba08-c119211cc4a8" providerId="ADAL" clId="{C73B98C7-42DA-4AEE-A5EF-355B2AC0C5FE}" dt="2023-07-20T13:05:37.639" v="4463" actId="20577"/>
          <ac:spMkLst>
            <pc:docMk/>
            <pc:sldMk cId="2037493806" sldId="275"/>
            <ac:spMk id="4" creationId="{00000000-0000-0000-0000-000000000000}"/>
          </ac:spMkLst>
        </pc:spChg>
        <pc:picChg chg="add mod">
          <ac:chgData name="Mladen Borovič" userId="b42f88c1-a761-41f8-ba08-c119211cc4a8" providerId="ADAL" clId="{C73B98C7-42DA-4AEE-A5EF-355B2AC0C5FE}" dt="2023-07-20T13:04:43.995" v="4433" actId="1076"/>
          <ac:picMkLst>
            <pc:docMk/>
            <pc:sldMk cId="2037493806" sldId="275"/>
            <ac:picMk id="6" creationId="{36BF37AB-0417-A91E-35F7-3DB79B5A21F4}"/>
          </ac:picMkLst>
        </pc:picChg>
        <pc:picChg chg="add mod ord">
          <ac:chgData name="Mladen Borovič" userId="b42f88c1-a761-41f8-ba08-c119211cc4a8" providerId="ADAL" clId="{C73B98C7-42DA-4AEE-A5EF-355B2AC0C5FE}" dt="2023-07-20T13:04:32.872" v="4432" actId="167"/>
          <ac:picMkLst>
            <pc:docMk/>
            <pc:sldMk cId="2037493806" sldId="275"/>
            <ac:picMk id="8" creationId="{526F6B5B-F5C1-3BEF-F130-133FDD676EAB}"/>
          </ac:picMkLst>
        </pc:picChg>
      </pc:sldChg>
      <pc:sldChg chg="del">
        <pc:chgData name="Mladen Borovič" userId="b42f88c1-a761-41f8-ba08-c119211cc4a8" providerId="ADAL" clId="{C73B98C7-42DA-4AEE-A5EF-355B2AC0C5FE}" dt="2023-07-20T17:43:23.223" v="4699" actId="2696"/>
        <pc:sldMkLst>
          <pc:docMk/>
          <pc:sldMk cId="3663844945" sldId="276"/>
        </pc:sldMkLst>
      </pc:sldChg>
      <pc:sldChg chg="modSp mod">
        <pc:chgData name="Mladen Borovič" userId="b42f88c1-a761-41f8-ba08-c119211cc4a8" providerId="ADAL" clId="{C73B98C7-42DA-4AEE-A5EF-355B2AC0C5FE}" dt="2023-07-20T12:07:35.170" v="96" actId="20577"/>
        <pc:sldMkLst>
          <pc:docMk/>
          <pc:sldMk cId="789877103" sldId="277"/>
        </pc:sldMkLst>
        <pc:spChg chg="mod">
          <ac:chgData name="Mladen Borovič" userId="b42f88c1-a761-41f8-ba08-c119211cc4a8" providerId="ADAL" clId="{C73B98C7-42DA-4AEE-A5EF-355B2AC0C5FE}" dt="2023-07-20T12:07:35.170" v="96" actId="20577"/>
          <ac:spMkLst>
            <pc:docMk/>
            <pc:sldMk cId="789877103" sldId="277"/>
            <ac:spMk id="4" creationId="{00000000-0000-0000-0000-000000000000}"/>
          </ac:spMkLst>
        </pc:spChg>
      </pc:sldChg>
      <pc:sldChg chg="delSp modSp add mod">
        <pc:chgData name="Mladen Borovič" userId="b42f88c1-a761-41f8-ba08-c119211cc4a8" providerId="ADAL" clId="{C73B98C7-42DA-4AEE-A5EF-355B2AC0C5FE}" dt="2023-07-20T17:43:15.750" v="4698" actId="20577"/>
        <pc:sldMkLst>
          <pc:docMk/>
          <pc:sldMk cId="3347806857" sldId="278"/>
        </pc:sldMkLst>
        <pc:spChg chg="mod">
          <ac:chgData name="Mladen Borovič" userId="b42f88c1-a761-41f8-ba08-c119211cc4a8" providerId="ADAL" clId="{C73B98C7-42DA-4AEE-A5EF-355B2AC0C5FE}" dt="2023-07-20T12:06:10.317" v="12" actId="20577"/>
          <ac:spMkLst>
            <pc:docMk/>
            <pc:sldMk cId="3347806857" sldId="278"/>
            <ac:spMk id="3" creationId="{00000000-0000-0000-0000-000000000000}"/>
          </ac:spMkLst>
        </pc:spChg>
        <pc:spChg chg="mod">
          <ac:chgData name="Mladen Borovič" userId="b42f88c1-a761-41f8-ba08-c119211cc4a8" providerId="ADAL" clId="{C73B98C7-42DA-4AEE-A5EF-355B2AC0C5FE}" dt="2023-07-20T17:43:15.750" v="4698" actId="20577"/>
          <ac:spMkLst>
            <pc:docMk/>
            <pc:sldMk cId="3347806857" sldId="278"/>
            <ac:spMk id="4" creationId="{00000000-0000-0000-0000-000000000000}"/>
          </ac:spMkLst>
        </pc:spChg>
        <pc:picChg chg="del">
          <ac:chgData name="Mladen Borovič" userId="b42f88c1-a761-41f8-ba08-c119211cc4a8" providerId="ADAL" clId="{C73B98C7-42DA-4AEE-A5EF-355B2AC0C5FE}" dt="2023-07-20T12:06:16.716" v="13" actId="478"/>
          <ac:picMkLst>
            <pc:docMk/>
            <pc:sldMk cId="3347806857" sldId="278"/>
            <ac:picMk id="6" creationId="{4B22EE0F-2D20-E7CF-CFBE-6BBB763C863F}"/>
          </ac:picMkLst>
        </pc:picChg>
      </pc:sldChg>
      <pc:sldChg chg="addSp modSp add mod">
        <pc:chgData name="Mladen Borovič" userId="b42f88c1-a761-41f8-ba08-c119211cc4a8" providerId="ADAL" clId="{C73B98C7-42DA-4AEE-A5EF-355B2AC0C5FE}" dt="2023-07-20T17:44:19.929" v="4716" actId="20577"/>
        <pc:sldMkLst>
          <pc:docMk/>
          <pc:sldMk cId="1212390005" sldId="279"/>
        </pc:sldMkLst>
        <pc:spChg chg="mod">
          <ac:chgData name="Mladen Borovič" userId="b42f88c1-a761-41f8-ba08-c119211cc4a8" providerId="ADAL" clId="{C73B98C7-42DA-4AEE-A5EF-355B2AC0C5FE}" dt="2023-07-20T12:21:00.691" v="975" actId="20577"/>
          <ac:spMkLst>
            <pc:docMk/>
            <pc:sldMk cId="1212390005" sldId="279"/>
            <ac:spMk id="3" creationId="{00000000-0000-0000-0000-000000000000}"/>
          </ac:spMkLst>
        </pc:spChg>
        <pc:spChg chg="mod">
          <ac:chgData name="Mladen Borovič" userId="b42f88c1-a761-41f8-ba08-c119211cc4a8" providerId="ADAL" clId="{C73B98C7-42DA-4AEE-A5EF-355B2AC0C5FE}" dt="2023-07-20T17:44:19.929" v="4716" actId="20577"/>
          <ac:spMkLst>
            <pc:docMk/>
            <pc:sldMk cId="1212390005" sldId="279"/>
            <ac:spMk id="4" creationId="{00000000-0000-0000-0000-000000000000}"/>
          </ac:spMkLst>
        </pc:spChg>
        <pc:picChg chg="add mod">
          <ac:chgData name="Mladen Borovič" userId="b42f88c1-a761-41f8-ba08-c119211cc4a8" providerId="ADAL" clId="{C73B98C7-42DA-4AEE-A5EF-355B2AC0C5FE}" dt="2023-07-20T12:24:05.354" v="1261" actId="1076"/>
          <ac:picMkLst>
            <pc:docMk/>
            <pc:sldMk cId="1212390005" sldId="279"/>
            <ac:picMk id="6" creationId="{1890BCA9-F7F6-253D-9FF5-DD841D458051}"/>
          </ac:picMkLst>
        </pc:picChg>
      </pc:sldChg>
      <pc:sldChg chg="modSp add mod">
        <pc:chgData name="Mladen Borovič" userId="b42f88c1-a761-41f8-ba08-c119211cc4a8" providerId="ADAL" clId="{C73B98C7-42DA-4AEE-A5EF-355B2AC0C5FE}" dt="2023-07-20T12:30:15.394" v="2136" actId="20577"/>
        <pc:sldMkLst>
          <pc:docMk/>
          <pc:sldMk cId="1204155356" sldId="280"/>
        </pc:sldMkLst>
        <pc:spChg chg="mod">
          <ac:chgData name="Mladen Borovič" userId="b42f88c1-a761-41f8-ba08-c119211cc4a8" providerId="ADAL" clId="{C73B98C7-42DA-4AEE-A5EF-355B2AC0C5FE}" dt="2023-07-20T12:30:15.394" v="2136" actId="20577"/>
          <ac:spMkLst>
            <pc:docMk/>
            <pc:sldMk cId="1204155356" sldId="280"/>
            <ac:spMk id="4" creationId="{00000000-0000-0000-0000-000000000000}"/>
          </ac:spMkLst>
        </pc:spChg>
      </pc:sldChg>
      <pc:sldChg chg="modSp add mod">
        <pc:chgData name="Mladen Borovič" userId="b42f88c1-a761-41f8-ba08-c119211cc4a8" providerId="ADAL" clId="{C73B98C7-42DA-4AEE-A5EF-355B2AC0C5FE}" dt="2023-07-20T17:45:12.676" v="4717" actId="20577"/>
        <pc:sldMkLst>
          <pc:docMk/>
          <pc:sldMk cId="909426458" sldId="281"/>
        </pc:sldMkLst>
        <pc:spChg chg="mod">
          <ac:chgData name="Mladen Borovič" userId="b42f88c1-a761-41f8-ba08-c119211cc4a8" providerId="ADAL" clId="{C73B98C7-42DA-4AEE-A5EF-355B2AC0C5FE}" dt="2023-07-20T12:30:28.699" v="2143" actId="20577"/>
          <ac:spMkLst>
            <pc:docMk/>
            <pc:sldMk cId="909426458" sldId="281"/>
            <ac:spMk id="3" creationId="{00000000-0000-0000-0000-000000000000}"/>
          </ac:spMkLst>
        </pc:spChg>
        <pc:spChg chg="mod">
          <ac:chgData name="Mladen Borovič" userId="b42f88c1-a761-41f8-ba08-c119211cc4a8" providerId="ADAL" clId="{C73B98C7-42DA-4AEE-A5EF-355B2AC0C5FE}" dt="2023-07-20T17:45:12.676" v="4717" actId="20577"/>
          <ac:spMkLst>
            <pc:docMk/>
            <pc:sldMk cId="909426458" sldId="281"/>
            <ac:spMk id="4" creationId="{00000000-0000-0000-0000-000000000000}"/>
          </ac:spMkLst>
        </pc:spChg>
      </pc:sldChg>
    </pc:docChg>
  </pc:docChgLst>
  <pc:docChgLst>
    <pc:chgData name="Mladen Borovič" userId="b42f88c1-a761-41f8-ba08-c119211cc4a8" providerId="ADAL" clId="{A09A2469-EC29-4EDB-AFEB-A74855D7FA12}"/>
    <pc:docChg chg="modSld">
      <pc:chgData name="Mladen Borovič" userId="b42f88c1-a761-41f8-ba08-c119211cc4a8" providerId="ADAL" clId="{A09A2469-EC29-4EDB-AFEB-A74855D7FA12}" dt="2019-02-21T12:09:57.108" v="11" actId="20577"/>
      <pc:docMkLst>
        <pc:docMk/>
      </pc:docMkLst>
      <pc:sldChg chg="modSp">
        <pc:chgData name="Mladen Borovič" userId="b42f88c1-a761-41f8-ba08-c119211cc4a8" providerId="ADAL" clId="{A09A2469-EC29-4EDB-AFEB-A74855D7FA12}" dt="2019-02-21T12:09:57.108" v="11" actId="20577"/>
        <pc:sldMkLst>
          <pc:docMk/>
          <pc:sldMk cId="328480568" sldId="271"/>
        </pc:sldMkLst>
        <pc:spChg chg="mod">
          <ac:chgData name="Mladen Borovič" userId="b42f88c1-a761-41f8-ba08-c119211cc4a8" providerId="ADAL" clId="{A09A2469-EC29-4EDB-AFEB-A74855D7FA12}" dt="2019-02-21T12:09:57.108" v="11" actId="20577"/>
          <ac:spMkLst>
            <pc:docMk/>
            <pc:sldMk cId="328480568" sldId="271"/>
            <ac:spMk id="4" creationId="{00000000-0000-0000-0000-000000000000}"/>
          </ac:spMkLst>
        </pc:spChg>
      </pc:sldChg>
    </pc:docChg>
  </pc:docChgLst>
  <pc:docChgLst>
    <pc:chgData name="Mladen Borovič" userId="b42f88c1-a761-41f8-ba08-c119211cc4a8" providerId="ADAL" clId="{601C416A-A613-4044-A198-696875FC35C4}"/>
    <pc:docChg chg="modSld">
      <pc:chgData name="Mladen Borovič" userId="b42f88c1-a761-41f8-ba08-c119211cc4a8" providerId="ADAL" clId="{601C416A-A613-4044-A198-696875FC35C4}" dt="2023-09-27T10:43:34.805" v="0" actId="20577"/>
      <pc:docMkLst>
        <pc:docMk/>
      </pc:docMkLst>
      <pc:sldChg chg="modSp mod">
        <pc:chgData name="Mladen Borovič" userId="b42f88c1-a761-41f8-ba08-c119211cc4a8" providerId="ADAL" clId="{601C416A-A613-4044-A198-696875FC35C4}" dt="2023-09-27T10:43:34.805" v="0" actId="20577"/>
        <pc:sldMkLst>
          <pc:docMk/>
          <pc:sldMk cId="2795377594" sldId="256"/>
        </pc:sldMkLst>
        <pc:spChg chg="mod">
          <ac:chgData name="Mladen Borovič" userId="b42f88c1-a761-41f8-ba08-c119211cc4a8" providerId="ADAL" clId="{601C416A-A613-4044-A198-696875FC35C4}" dt="2023-09-27T10:43:34.805" v="0" actId="20577"/>
          <ac:spMkLst>
            <pc:docMk/>
            <pc:sldMk cId="2795377594" sldId="256"/>
            <ac:spMk id="3" creationId="{00000000-0000-0000-0000-000000000000}"/>
          </ac:spMkLst>
        </pc:spChg>
      </pc:sldChg>
    </pc:docChg>
  </pc:docChgLst>
  <pc:docChgLst>
    <pc:chgData name="Mladen Borovič" userId="b42f88c1-a761-41f8-ba08-c119211cc4a8" providerId="ADAL" clId="{2D681504-081D-45A2-8203-F21B07329AE2}"/>
    <pc:docChg chg="addSld modSld">
      <pc:chgData name="Mladen Borovič" userId="b42f88c1-a761-41f8-ba08-c119211cc4a8" providerId="ADAL" clId="{2D681504-081D-45A2-8203-F21B07329AE2}" dt="2023-08-04T11:42:32.115" v="390" actId="404"/>
      <pc:docMkLst>
        <pc:docMk/>
      </pc:docMkLst>
      <pc:sldChg chg="modSp mod">
        <pc:chgData name="Mladen Borovič" userId="b42f88c1-a761-41f8-ba08-c119211cc4a8" providerId="ADAL" clId="{2D681504-081D-45A2-8203-F21B07329AE2}" dt="2023-07-19T10:45:55.901" v="388" actId="1076"/>
        <pc:sldMkLst>
          <pc:docMk/>
          <pc:sldMk cId="2795377594" sldId="256"/>
        </pc:sldMkLst>
        <pc:spChg chg="mod">
          <ac:chgData name="Mladen Borovič" userId="b42f88c1-a761-41f8-ba08-c119211cc4a8" providerId="ADAL" clId="{2D681504-081D-45A2-8203-F21B07329AE2}" dt="2023-07-19T10:40:47.007" v="65" actId="404"/>
          <ac:spMkLst>
            <pc:docMk/>
            <pc:sldMk cId="2795377594" sldId="256"/>
            <ac:spMk id="2" creationId="{00000000-0000-0000-0000-000000000000}"/>
          </ac:spMkLst>
        </pc:spChg>
        <pc:spChg chg="mod">
          <ac:chgData name="Mladen Borovič" userId="b42f88c1-a761-41f8-ba08-c119211cc4a8" providerId="ADAL" clId="{2D681504-081D-45A2-8203-F21B07329AE2}" dt="2023-07-19T10:45:55.901" v="388" actId="1076"/>
          <ac:spMkLst>
            <pc:docMk/>
            <pc:sldMk cId="2795377594" sldId="256"/>
            <ac:spMk id="3" creationId="{00000000-0000-0000-0000-000000000000}"/>
          </ac:spMkLst>
        </pc:spChg>
      </pc:sldChg>
      <pc:sldChg chg="modSp">
        <pc:chgData name="Mladen Borovič" userId="b42f88c1-a761-41f8-ba08-c119211cc4a8" providerId="ADAL" clId="{2D681504-081D-45A2-8203-F21B07329AE2}" dt="2023-08-04T11:42:32.115" v="390" actId="404"/>
        <pc:sldMkLst>
          <pc:docMk/>
          <pc:sldMk cId="328480568" sldId="271"/>
        </pc:sldMkLst>
        <pc:spChg chg="mod">
          <ac:chgData name="Mladen Borovič" userId="b42f88c1-a761-41f8-ba08-c119211cc4a8" providerId="ADAL" clId="{2D681504-081D-45A2-8203-F21B07329AE2}" dt="2023-08-04T11:42:32.115" v="390" actId="404"/>
          <ac:spMkLst>
            <pc:docMk/>
            <pc:sldMk cId="328480568" sldId="271"/>
            <ac:spMk id="4" creationId="{00000000-0000-0000-0000-000000000000}"/>
          </ac:spMkLst>
        </pc:spChg>
      </pc:sldChg>
      <pc:sldChg chg="modSp new mod">
        <pc:chgData name="Mladen Borovič" userId="b42f88c1-a761-41f8-ba08-c119211cc4a8" providerId="ADAL" clId="{2D681504-081D-45A2-8203-F21B07329AE2}" dt="2023-07-19T10:42:35.118" v="387" actId="1035"/>
        <pc:sldMkLst>
          <pc:docMk/>
          <pc:sldMk cId="3663844945" sldId="276"/>
        </pc:sldMkLst>
        <pc:spChg chg="mod">
          <ac:chgData name="Mladen Borovič" userId="b42f88c1-a761-41f8-ba08-c119211cc4a8" providerId="ADAL" clId="{2D681504-081D-45A2-8203-F21B07329AE2}" dt="2023-07-19T10:41:04.551" v="98" actId="20577"/>
          <ac:spMkLst>
            <pc:docMk/>
            <pc:sldMk cId="3663844945" sldId="276"/>
            <ac:spMk id="3" creationId="{9AB6CB70-7626-D5FD-311F-3BC8B092A6E5}"/>
          </ac:spMkLst>
        </pc:spChg>
        <pc:spChg chg="mod">
          <ac:chgData name="Mladen Borovič" userId="b42f88c1-a761-41f8-ba08-c119211cc4a8" providerId="ADAL" clId="{2D681504-081D-45A2-8203-F21B07329AE2}" dt="2023-07-19T10:42:35.118" v="387" actId="1035"/>
          <ac:spMkLst>
            <pc:docMk/>
            <pc:sldMk cId="3663844945" sldId="276"/>
            <ac:spMk id="4" creationId="{79ABDB23-A068-F344-A82D-C27C2554DFEE}"/>
          </ac:spMkLst>
        </pc:spChg>
      </pc:sldChg>
    </pc:docChg>
  </pc:docChgLst>
  <pc:docChgLst>
    <pc:chgData name="Mladen Borovič" userId="b42f88c1-a761-41f8-ba08-c119211cc4a8" providerId="ADAL" clId="{6A255521-1B14-4A8D-B761-B63C2F16D1AD}"/>
    <pc:docChg chg="custSel modSld">
      <pc:chgData name="Mladen Borovič" userId="b42f88c1-a761-41f8-ba08-c119211cc4a8" providerId="ADAL" clId="{6A255521-1B14-4A8D-B761-B63C2F16D1AD}" dt="2023-02-20T11:12:16.884" v="10" actId="20577"/>
      <pc:docMkLst>
        <pc:docMk/>
      </pc:docMkLst>
      <pc:sldChg chg="modSp mod">
        <pc:chgData name="Mladen Borovič" userId="b42f88c1-a761-41f8-ba08-c119211cc4a8" providerId="ADAL" clId="{6A255521-1B14-4A8D-B761-B63C2F16D1AD}" dt="2023-02-20T11:12:16.884" v="10" actId="20577"/>
        <pc:sldMkLst>
          <pc:docMk/>
          <pc:sldMk cId="2795377594" sldId="256"/>
        </pc:sldMkLst>
        <pc:spChg chg="mod">
          <ac:chgData name="Mladen Borovič" userId="b42f88c1-a761-41f8-ba08-c119211cc4a8" providerId="ADAL" clId="{6A255521-1B14-4A8D-B761-B63C2F16D1AD}" dt="2023-02-20T11:12:16.884" v="10" actId="20577"/>
          <ac:spMkLst>
            <pc:docMk/>
            <pc:sldMk cId="2795377594" sldId="256"/>
            <ac:spMk id="3" creationId="{00000000-0000-0000-0000-000000000000}"/>
          </ac:spMkLst>
        </pc:spChg>
      </pc:sldChg>
      <pc:sldChg chg="modSp mod">
        <pc:chgData name="Mladen Borovič" userId="b42f88c1-a761-41f8-ba08-c119211cc4a8" providerId="ADAL" clId="{6A255521-1B14-4A8D-B761-B63C2F16D1AD}" dt="2023-02-20T11:11:17.757" v="5" actId="20577"/>
        <pc:sldMkLst>
          <pc:docMk/>
          <pc:sldMk cId="328480568" sldId="271"/>
        </pc:sldMkLst>
        <pc:spChg chg="mod">
          <ac:chgData name="Mladen Borovič" userId="b42f88c1-a761-41f8-ba08-c119211cc4a8" providerId="ADAL" clId="{6A255521-1B14-4A8D-B761-B63C2F16D1AD}" dt="2023-02-20T11:11:17.757" v="5" actId="20577"/>
          <ac:spMkLst>
            <pc:docMk/>
            <pc:sldMk cId="328480568" sldId="271"/>
            <ac:spMk id="4" creationId="{00000000-0000-0000-0000-000000000000}"/>
          </ac:spMkLst>
        </pc:spChg>
      </pc:sldChg>
    </pc:docChg>
  </pc:docChgLst>
  <pc:docChgLst>
    <pc:chgData name="Mladen Borovič" userId="b42f88c1-a761-41f8-ba08-c119211cc4a8" providerId="ADAL" clId="{DC307202-B23C-407A-B7C5-F1B3BE02D394}"/>
    <pc:docChg chg="modSld">
      <pc:chgData name="Mladen Borovič" userId="b42f88c1-a761-41f8-ba08-c119211cc4a8" providerId="ADAL" clId="{DC307202-B23C-407A-B7C5-F1B3BE02D394}" dt="2021-02-25T10:53:56.284" v="9" actId="20577"/>
      <pc:docMkLst>
        <pc:docMk/>
      </pc:docMkLst>
      <pc:sldChg chg="modSp mod">
        <pc:chgData name="Mladen Borovič" userId="b42f88c1-a761-41f8-ba08-c119211cc4a8" providerId="ADAL" clId="{DC307202-B23C-407A-B7C5-F1B3BE02D394}" dt="2021-02-25T10:53:56.284" v="9" actId="20577"/>
        <pc:sldMkLst>
          <pc:docMk/>
          <pc:sldMk cId="328480568" sldId="271"/>
        </pc:sldMkLst>
        <pc:spChg chg="mod">
          <ac:chgData name="Mladen Borovič" userId="b42f88c1-a761-41f8-ba08-c119211cc4a8" providerId="ADAL" clId="{DC307202-B23C-407A-B7C5-F1B3BE02D394}" dt="2021-02-25T10:53:56.284" v="9" actId="20577"/>
          <ac:spMkLst>
            <pc:docMk/>
            <pc:sldMk cId="328480568" sldId="271"/>
            <ac:spMk id="4" creationId="{00000000-0000-0000-0000-000000000000}"/>
          </ac:spMkLst>
        </pc:spChg>
      </pc:sldChg>
    </pc:docChg>
  </pc:docChgLst>
  <pc:docChgLst>
    <pc:chgData name="Mladen Borovič" userId="b42f88c1-a761-41f8-ba08-c119211cc4a8" providerId="ADAL" clId="{69E18111-9EF1-4F00-927A-FEB7BD42F9D1}"/>
    <pc:docChg chg="modSld modMainMaster">
      <pc:chgData name="Mladen Borovič" userId="b42f88c1-a761-41f8-ba08-c119211cc4a8" providerId="ADAL" clId="{69E18111-9EF1-4F00-927A-FEB7BD42F9D1}" dt="2022-02-17T10:54:33.898" v="67" actId="20577"/>
      <pc:docMkLst>
        <pc:docMk/>
      </pc:docMkLst>
      <pc:sldChg chg="modSp mod">
        <pc:chgData name="Mladen Borovič" userId="b42f88c1-a761-41f8-ba08-c119211cc4a8" providerId="ADAL" clId="{69E18111-9EF1-4F00-927A-FEB7BD42F9D1}" dt="2022-02-17T10:54:33.898" v="67" actId="20577"/>
        <pc:sldMkLst>
          <pc:docMk/>
          <pc:sldMk cId="328480568" sldId="271"/>
        </pc:sldMkLst>
        <pc:spChg chg="mod">
          <ac:chgData name="Mladen Borovič" userId="b42f88c1-a761-41f8-ba08-c119211cc4a8" providerId="ADAL" clId="{69E18111-9EF1-4F00-927A-FEB7BD42F9D1}" dt="2022-02-17T10:54:33.898" v="67" actId="20577"/>
          <ac:spMkLst>
            <pc:docMk/>
            <pc:sldMk cId="328480568" sldId="271"/>
            <ac:spMk id="4" creationId="{00000000-0000-0000-0000-000000000000}"/>
          </ac:spMkLst>
        </pc:spChg>
      </pc:sldChg>
      <pc:sldMasterChg chg="modSldLayout">
        <pc:chgData name="Mladen Borovič" userId="b42f88c1-a761-41f8-ba08-c119211cc4a8" providerId="ADAL" clId="{69E18111-9EF1-4F00-927A-FEB7BD42F9D1}" dt="2022-02-16T13:37:27.176" v="62" actId="1076"/>
        <pc:sldMasterMkLst>
          <pc:docMk/>
          <pc:sldMasterMk cId="293251674" sldId="2147483677"/>
        </pc:sldMasterMkLst>
        <pc:sldLayoutChg chg="modSp mod">
          <pc:chgData name="Mladen Borovič" userId="b42f88c1-a761-41f8-ba08-c119211cc4a8" providerId="ADAL" clId="{69E18111-9EF1-4F00-927A-FEB7BD42F9D1}" dt="2022-02-16T13:37:27.176" v="62" actId="1076"/>
          <pc:sldLayoutMkLst>
            <pc:docMk/>
            <pc:sldMasterMk cId="293251674" sldId="2147483677"/>
            <pc:sldLayoutMk cId="2241087371" sldId="2147483678"/>
          </pc:sldLayoutMkLst>
          <pc:spChg chg="mod">
            <ac:chgData name="Mladen Borovič" userId="b42f88c1-a761-41f8-ba08-c119211cc4a8" providerId="ADAL" clId="{69E18111-9EF1-4F00-927A-FEB7BD42F9D1}" dt="2022-02-16T13:37:27.176" v="62" actId="1076"/>
            <ac:spMkLst>
              <pc:docMk/>
              <pc:sldMasterMk cId="293251674" sldId="2147483677"/>
              <pc:sldLayoutMk cId="2241087371" sldId="2147483678"/>
              <ac:spMk id="11" creationId="{00000000-0000-0000-0000-000000000000}"/>
            </ac:spMkLst>
          </pc:spChg>
        </pc:sldLayoutChg>
      </pc:sldMasterChg>
    </pc:docChg>
  </pc:docChgLst>
  <pc:docChgLst>
    <pc:chgData name="Mladen Borovič" userId="b42f88c1-a761-41f8-ba08-c119211cc4a8" providerId="ADAL" clId="{D9627F95-572F-41E8-8418-86D57FAF1556}"/>
    <pc:docChg chg="modSld">
      <pc:chgData name="Mladen Borovič" userId="b42f88c1-a761-41f8-ba08-c119211cc4a8" providerId="ADAL" clId="{D9627F95-572F-41E8-8418-86D57FAF1556}" dt="2020-02-24T08:51:02.450" v="25" actId="20577"/>
      <pc:docMkLst>
        <pc:docMk/>
      </pc:docMkLst>
      <pc:sldChg chg="modSp mod">
        <pc:chgData name="Mladen Borovič" userId="b42f88c1-a761-41f8-ba08-c119211cc4a8" providerId="ADAL" clId="{D9627F95-572F-41E8-8418-86D57FAF1556}" dt="2020-02-24T08:51:02.450" v="25" actId="20577"/>
        <pc:sldMkLst>
          <pc:docMk/>
          <pc:sldMk cId="2795377594" sldId="256"/>
        </pc:sldMkLst>
        <pc:spChg chg="mod">
          <ac:chgData name="Mladen Borovič" userId="b42f88c1-a761-41f8-ba08-c119211cc4a8" providerId="ADAL" clId="{D9627F95-572F-41E8-8418-86D57FAF1556}" dt="2020-02-24T08:51:02.450" v="25" actId="20577"/>
          <ac:spMkLst>
            <pc:docMk/>
            <pc:sldMk cId="2795377594" sldId="256"/>
            <ac:spMk id="2" creationId="{00000000-0000-0000-0000-000000000000}"/>
          </ac:spMkLst>
        </pc:spChg>
      </pc:sldChg>
      <pc:sldChg chg="modSp mod">
        <pc:chgData name="Mladen Borovič" userId="b42f88c1-a761-41f8-ba08-c119211cc4a8" providerId="ADAL" clId="{D9627F95-572F-41E8-8418-86D57FAF1556}" dt="2020-02-20T10:09:30.051" v="1" actId="6549"/>
        <pc:sldMkLst>
          <pc:docMk/>
          <pc:sldMk cId="2052955499" sldId="265"/>
        </pc:sldMkLst>
        <pc:spChg chg="mod">
          <ac:chgData name="Mladen Borovič" userId="b42f88c1-a761-41f8-ba08-c119211cc4a8" providerId="ADAL" clId="{D9627F95-572F-41E8-8418-86D57FAF1556}" dt="2020-02-20T10:09:30.051" v="1" actId="6549"/>
          <ac:spMkLst>
            <pc:docMk/>
            <pc:sldMk cId="2052955499" sldId="265"/>
            <ac:spMk id="4" creationId="{00000000-0000-0000-0000-000000000000}"/>
          </ac:spMkLst>
        </pc:spChg>
      </pc:sldChg>
      <pc:sldChg chg="modSp mod">
        <pc:chgData name="Mladen Borovič" userId="b42f88c1-a761-41f8-ba08-c119211cc4a8" providerId="ADAL" clId="{D9627F95-572F-41E8-8418-86D57FAF1556}" dt="2020-02-20T10:10:22.657" v="17" actId="20577"/>
        <pc:sldMkLst>
          <pc:docMk/>
          <pc:sldMk cId="328480568" sldId="271"/>
        </pc:sldMkLst>
        <pc:spChg chg="mod">
          <ac:chgData name="Mladen Borovič" userId="b42f88c1-a761-41f8-ba08-c119211cc4a8" providerId="ADAL" clId="{D9627F95-572F-41E8-8418-86D57FAF1556}" dt="2020-02-20T10:10:22.657" v="17" actId="20577"/>
          <ac:spMkLst>
            <pc:docMk/>
            <pc:sldMk cId="328480568" sldId="271"/>
            <ac:spMk id="4" creationId="{00000000-0000-0000-0000-000000000000}"/>
          </ac:spMkLst>
        </pc:spChg>
      </pc:sldChg>
    </pc:docChg>
  </pc:docChgLst>
  <pc:docChgLst>
    <pc:chgData name="Mladen Borovič" userId="b42f88c1-a761-41f8-ba08-c119211cc4a8" providerId="ADAL" clId="{10AD16DA-E653-4F78-87DF-1323EF21B6F9}"/>
    <pc:docChg chg="modSld">
      <pc:chgData name="Mladen Borovič" userId="b42f88c1-a761-41f8-ba08-c119211cc4a8" providerId="ADAL" clId="{10AD16DA-E653-4F78-87DF-1323EF21B6F9}" dt="2023-09-26T12:14:26.490" v="68" actId="20577"/>
      <pc:docMkLst>
        <pc:docMk/>
      </pc:docMkLst>
      <pc:sldChg chg="modSp mod">
        <pc:chgData name="Mladen Borovič" userId="b42f88c1-a761-41f8-ba08-c119211cc4a8" providerId="ADAL" clId="{10AD16DA-E653-4F78-87DF-1323EF21B6F9}" dt="2023-09-21T11:04:54.509" v="1" actId="6549"/>
        <pc:sldMkLst>
          <pc:docMk/>
          <pc:sldMk cId="328480568" sldId="271"/>
        </pc:sldMkLst>
        <pc:spChg chg="mod">
          <ac:chgData name="Mladen Borovič" userId="b42f88c1-a761-41f8-ba08-c119211cc4a8" providerId="ADAL" clId="{10AD16DA-E653-4F78-87DF-1323EF21B6F9}" dt="2023-09-21T11:04:54.509" v="1" actId="6549"/>
          <ac:spMkLst>
            <pc:docMk/>
            <pc:sldMk cId="328480568" sldId="271"/>
            <ac:spMk id="4" creationId="{00000000-0000-0000-0000-000000000000}"/>
          </ac:spMkLst>
        </pc:spChg>
      </pc:sldChg>
      <pc:sldChg chg="modSp mod">
        <pc:chgData name="Mladen Borovič" userId="b42f88c1-a761-41f8-ba08-c119211cc4a8" providerId="ADAL" clId="{10AD16DA-E653-4F78-87DF-1323EF21B6F9}" dt="2023-09-22T09:47:43.422" v="2" actId="20577"/>
        <pc:sldMkLst>
          <pc:docMk/>
          <pc:sldMk cId="3347806857" sldId="278"/>
        </pc:sldMkLst>
        <pc:spChg chg="mod">
          <ac:chgData name="Mladen Borovič" userId="b42f88c1-a761-41f8-ba08-c119211cc4a8" providerId="ADAL" clId="{10AD16DA-E653-4F78-87DF-1323EF21B6F9}" dt="2023-09-22T09:47:43.422" v="2" actId="20577"/>
          <ac:spMkLst>
            <pc:docMk/>
            <pc:sldMk cId="3347806857" sldId="278"/>
            <ac:spMk id="4" creationId="{00000000-0000-0000-0000-000000000000}"/>
          </ac:spMkLst>
        </pc:spChg>
      </pc:sldChg>
      <pc:sldChg chg="modSp mod">
        <pc:chgData name="Mladen Borovič" userId="b42f88c1-a761-41f8-ba08-c119211cc4a8" providerId="ADAL" clId="{10AD16DA-E653-4F78-87DF-1323EF21B6F9}" dt="2023-09-26T12:07:57.042" v="63" actId="14100"/>
        <pc:sldMkLst>
          <pc:docMk/>
          <pc:sldMk cId="1204155356" sldId="280"/>
        </pc:sldMkLst>
        <pc:spChg chg="mod">
          <ac:chgData name="Mladen Borovič" userId="b42f88c1-a761-41f8-ba08-c119211cc4a8" providerId="ADAL" clId="{10AD16DA-E653-4F78-87DF-1323EF21B6F9}" dt="2023-09-26T12:07:57.042" v="63" actId="14100"/>
          <ac:spMkLst>
            <pc:docMk/>
            <pc:sldMk cId="1204155356" sldId="280"/>
            <ac:spMk id="4" creationId="{00000000-0000-0000-0000-000000000000}"/>
          </ac:spMkLst>
        </pc:spChg>
      </pc:sldChg>
      <pc:sldChg chg="modSp">
        <pc:chgData name="Mladen Borovič" userId="b42f88c1-a761-41f8-ba08-c119211cc4a8" providerId="ADAL" clId="{10AD16DA-E653-4F78-87DF-1323EF21B6F9}" dt="2023-09-26T12:14:26.490" v="68" actId="20577"/>
        <pc:sldMkLst>
          <pc:docMk/>
          <pc:sldMk cId="909426458" sldId="281"/>
        </pc:sldMkLst>
        <pc:spChg chg="mod">
          <ac:chgData name="Mladen Borovič" userId="b42f88c1-a761-41f8-ba08-c119211cc4a8" providerId="ADAL" clId="{10AD16DA-E653-4F78-87DF-1323EF21B6F9}" dt="2023-09-26T12:14:26.490" v="68" actId="20577"/>
          <ac:spMkLst>
            <pc:docMk/>
            <pc:sldMk cId="909426458" sldId="281"/>
            <ac:spMk id="4" creationId="{00000000-0000-0000-0000-000000000000}"/>
          </ac:spMkLst>
        </pc:spChg>
      </pc:sldChg>
    </pc:docChg>
  </pc:docChgLst>
  <pc:docChgLst>
    <pc:chgData name="Mladen Borovič" userId="b42f88c1-a761-41f8-ba08-c119211cc4a8" providerId="ADAL" clId="{9D43CF94-F683-4825-A64C-8F82A0F7E3F2}"/>
    <pc:docChg chg="modSld">
      <pc:chgData name="Mladen Borovič" userId="b42f88c1-a761-41f8-ba08-c119211cc4a8" providerId="ADAL" clId="{9D43CF94-F683-4825-A64C-8F82A0F7E3F2}" dt="2023-04-10T18:31:31.819" v="15" actId="20577"/>
      <pc:docMkLst>
        <pc:docMk/>
      </pc:docMkLst>
      <pc:sldChg chg="modSp mod">
        <pc:chgData name="Mladen Borovič" userId="b42f88c1-a761-41f8-ba08-c119211cc4a8" providerId="ADAL" clId="{9D43CF94-F683-4825-A64C-8F82A0F7E3F2}" dt="2023-04-10T18:31:31.819" v="15" actId="20577"/>
        <pc:sldMkLst>
          <pc:docMk/>
          <pc:sldMk cId="2052955499" sldId="265"/>
        </pc:sldMkLst>
        <pc:spChg chg="mod">
          <ac:chgData name="Mladen Borovič" userId="b42f88c1-a761-41f8-ba08-c119211cc4a8" providerId="ADAL" clId="{9D43CF94-F683-4825-A64C-8F82A0F7E3F2}" dt="2023-04-10T18:31:31.819" v="15" actId="20577"/>
          <ac:spMkLst>
            <pc:docMk/>
            <pc:sldMk cId="2052955499" sldId="265"/>
            <ac:spMk id="4" creationId="{00000000-0000-0000-0000-000000000000}"/>
          </ac:spMkLst>
        </pc:spChg>
      </pc:sldChg>
    </pc:docChg>
  </pc:docChgLst>
  <pc:docChgLst>
    <pc:chgData name="Mladen Borovič" userId="b42f88c1-a761-41f8-ba08-c119211cc4a8" providerId="ADAL" clId="{29082811-773F-4BFD-A2EF-6598625CBFEF}"/>
    <pc:docChg chg="undo custSel modSld">
      <pc:chgData name="Mladen Borovič" userId="b42f88c1-a761-41f8-ba08-c119211cc4a8" providerId="ADAL" clId="{29082811-773F-4BFD-A2EF-6598625CBFEF}" dt="2020-01-13T12:05:52.346" v="46" actId="6549"/>
      <pc:docMkLst>
        <pc:docMk/>
      </pc:docMkLst>
      <pc:sldChg chg="modSp mod">
        <pc:chgData name="Mladen Borovič" userId="b42f88c1-a761-41f8-ba08-c119211cc4a8" providerId="ADAL" clId="{29082811-773F-4BFD-A2EF-6598625CBFEF}" dt="2020-01-13T12:05:52.346" v="46" actId="6549"/>
        <pc:sldMkLst>
          <pc:docMk/>
          <pc:sldMk cId="2052955499" sldId="265"/>
        </pc:sldMkLst>
        <pc:spChg chg="mod">
          <ac:chgData name="Mladen Borovič" userId="b42f88c1-a761-41f8-ba08-c119211cc4a8" providerId="ADAL" clId="{29082811-773F-4BFD-A2EF-6598625CBFEF}" dt="2020-01-13T12:05:52.346" v="46" actId="6549"/>
          <ac:spMkLst>
            <pc:docMk/>
            <pc:sldMk cId="2052955499" sldId="265"/>
            <ac:spMk id="4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grada glav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l-SI"/>
          </a:p>
        </p:txBody>
      </p:sp>
      <p:sp>
        <p:nvSpPr>
          <p:cNvPr id="3" name="Ograda datuma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507825-8529-4B4B-97B0-58DFFD3405C8}" type="datetimeFigureOut">
              <a:rPr lang="sl-SI" smtClean="0"/>
              <a:t>27. 09. 2023</a:t>
            </a:fld>
            <a:endParaRPr lang="sl-SI"/>
          </a:p>
        </p:txBody>
      </p:sp>
      <p:sp>
        <p:nvSpPr>
          <p:cNvPr id="4" name="Ograda noge 3"/>
          <p:cNvSpPr>
            <a:spLocks noGrp="1"/>
          </p:cNvSpPr>
          <p:nvPr>
            <p:ph type="ftr" sz="quarter" idx="2"/>
          </p:nvPr>
        </p:nvSpPr>
        <p:spPr>
          <a:xfrm>
            <a:off x="0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l-SI"/>
          </a:p>
        </p:txBody>
      </p:sp>
      <p:sp>
        <p:nvSpPr>
          <p:cNvPr id="5" name="Ograda številke diapozitiva 4"/>
          <p:cNvSpPr>
            <a:spLocks noGrp="1"/>
          </p:cNvSpPr>
          <p:nvPr>
            <p:ph type="sldNum" sz="quarter" idx="3"/>
          </p:nvPr>
        </p:nvSpPr>
        <p:spPr>
          <a:xfrm>
            <a:off x="3850443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06B28D-31DF-4F79-8439-A95A0F237830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9906273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l-S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F719EA-6195-4091-963B-595724FFC946}" type="datetimeFigureOut">
              <a:rPr lang="sl-SI" smtClean="0"/>
              <a:t>27. 09. 2023</a:t>
            </a:fld>
            <a:endParaRPr lang="sl-S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41363"/>
            <a:ext cx="4933950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l-S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690269"/>
            <a:ext cx="5438140" cy="44434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l-S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BB775F-F8D6-4738-A0EF-069010D5B146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4272381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l-S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BB775F-F8D6-4738-A0EF-069010D5B146}" type="slidenum">
              <a:rPr lang="sl-SI" smtClean="0"/>
              <a:t>1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4473086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>
  <p:cSld name="Naslovni diapozi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1331640" y="1320801"/>
            <a:ext cx="6696744" cy="2684264"/>
          </a:xfrm>
        </p:spPr>
        <p:txBody>
          <a:bodyPr anchor="b"/>
          <a:lstStyle>
            <a:lvl1pPr algn="ctr">
              <a:defRPr sz="4400">
                <a:latin typeface="Calibri" pitchFamily="34" charset="0"/>
              </a:defRPr>
            </a:lvl1pPr>
          </a:lstStyle>
          <a:p>
            <a:pPr lvl="0"/>
            <a:r>
              <a:rPr lang="sl-SI" noProof="0"/>
              <a:t>Glavni naslov</a:t>
            </a:r>
            <a:endParaRPr lang="en-GB" noProof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1331640" y="4221089"/>
            <a:ext cx="6688832" cy="172784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200">
                <a:solidFill>
                  <a:schemeClr val="bg1">
                    <a:lumMod val="65000"/>
                  </a:schemeClr>
                </a:solidFill>
                <a:latin typeface="Calibri" pitchFamily="34" charset="0"/>
              </a:defRPr>
            </a:lvl1pPr>
          </a:lstStyle>
          <a:p>
            <a:pPr lvl="0"/>
            <a:r>
              <a:rPr lang="sl-SI" noProof="0"/>
              <a:t>Podnaslov</a:t>
            </a:r>
            <a:endParaRPr lang="en-GB" noProof="0"/>
          </a:p>
        </p:txBody>
      </p:sp>
      <p:pic>
        <p:nvPicPr>
          <p:cNvPr id="2" name="Slika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168" y="260648"/>
            <a:ext cx="2448272" cy="1337064"/>
          </a:xfrm>
          <a:prstGeom prst="rect">
            <a:avLst/>
          </a:prstGeom>
        </p:spPr>
      </p:pic>
      <p:pic>
        <p:nvPicPr>
          <p:cNvPr id="7" name="Slika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49" y="6417559"/>
            <a:ext cx="380953" cy="323810"/>
          </a:xfrm>
          <a:prstGeom prst="rect">
            <a:avLst/>
          </a:prstGeom>
        </p:spPr>
      </p:pic>
      <p:sp>
        <p:nvSpPr>
          <p:cNvPr id="8" name="PoljeZBesedilom 7"/>
          <p:cNvSpPr txBox="1"/>
          <p:nvPr userDrawn="1"/>
        </p:nvSpPr>
        <p:spPr>
          <a:xfrm>
            <a:off x="488500" y="6440964"/>
            <a:ext cx="17892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1200" dirty="0">
                <a:solidFill>
                  <a:srgbClr val="000000"/>
                </a:solidFill>
              </a:rPr>
              <a:t>Inštitut za računalništvo</a:t>
            </a:r>
          </a:p>
        </p:txBody>
      </p:sp>
      <p:sp>
        <p:nvSpPr>
          <p:cNvPr id="10" name="PoljeZBesedilom 9"/>
          <p:cNvSpPr txBox="1"/>
          <p:nvPr userDrawn="1"/>
        </p:nvSpPr>
        <p:spPr>
          <a:xfrm>
            <a:off x="4998455" y="6464369"/>
            <a:ext cx="34050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1200" dirty="0">
                <a:solidFill>
                  <a:srgbClr val="000000"/>
                </a:solidFill>
              </a:rPr>
              <a:t>Laboratorij za heterogene računalniške sisteme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416" y="6290062"/>
            <a:ext cx="692322" cy="562512"/>
          </a:xfrm>
          <a:prstGeom prst="rect">
            <a:avLst/>
          </a:prstGeom>
        </p:spPr>
      </p:pic>
      <p:pic>
        <p:nvPicPr>
          <p:cNvPr id="1026" name="Picture 2" descr="http://cs.feri.um.si/site/assets/files/1066/logo_gemma.png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3413" y="5874056"/>
            <a:ext cx="695325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PoljeZBesedilom 9"/>
          <p:cNvSpPr txBox="1"/>
          <p:nvPr userDrawn="1"/>
        </p:nvSpPr>
        <p:spPr>
          <a:xfrm>
            <a:off x="3090881" y="5948934"/>
            <a:ext cx="53126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1200" dirty="0">
                <a:solidFill>
                  <a:srgbClr val="000000"/>
                </a:solidFill>
              </a:rPr>
              <a:t>Laboratorij za </a:t>
            </a:r>
            <a:r>
              <a:rPr lang="sl-SI" sz="1200" dirty="0" err="1">
                <a:solidFill>
                  <a:srgbClr val="000000"/>
                </a:solidFill>
              </a:rPr>
              <a:t>geoprostorsko</a:t>
            </a:r>
            <a:r>
              <a:rPr lang="sl-SI" sz="1200" dirty="0">
                <a:solidFill>
                  <a:srgbClr val="000000"/>
                </a:solidFill>
              </a:rPr>
              <a:t> modeliranje, multimedijo in umetno inteligenco</a:t>
            </a:r>
          </a:p>
        </p:txBody>
      </p:sp>
    </p:spTree>
    <p:extLst>
      <p:ext uri="{BB962C8B-B14F-4D97-AF65-F5344CB8AC3E}">
        <p14:creationId xmlns:p14="http://schemas.microsoft.com/office/powerpoint/2010/main" val="2241087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slov in vseb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63396" y="6381328"/>
            <a:ext cx="898659" cy="39290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rgbClr val="006A8E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869A43B6-4A72-4A6E-B3BC-4E1A4B5DD1B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 sz="4400"/>
            </a:lvl1pPr>
          </a:lstStyle>
          <a:p>
            <a:r>
              <a:rPr lang="en-US"/>
              <a:t>Naslov strani</a:t>
            </a:r>
            <a:endParaRPr lang="sl-SI"/>
          </a:p>
        </p:txBody>
      </p:sp>
      <p:sp>
        <p:nvSpPr>
          <p:cNvPr id="8" name="Content Placeholder 2"/>
          <p:cNvSpPr>
            <a:spLocks noGrp="1"/>
          </p:cNvSpPr>
          <p:nvPr>
            <p:ph idx="1" hasCustomPrompt="1"/>
          </p:nvPr>
        </p:nvSpPr>
        <p:spPr>
          <a:xfrm>
            <a:off x="685800" y="1628800"/>
            <a:ext cx="7772400" cy="46085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sl-SI" dirty="0"/>
              <a:t>Tekst</a:t>
            </a:r>
            <a:endParaRPr lang="en-US" dirty="0"/>
          </a:p>
          <a:p>
            <a:pPr lvl="1"/>
            <a:r>
              <a:rPr lang="sl-SI" dirty="0"/>
              <a:t>Druga raven</a:t>
            </a:r>
            <a:endParaRPr lang="en-US" dirty="0"/>
          </a:p>
          <a:p>
            <a:pPr lvl="2"/>
            <a:r>
              <a:rPr lang="sl-SI" dirty="0"/>
              <a:t>Tretja raven</a:t>
            </a:r>
            <a:endParaRPr lang="en-US" dirty="0"/>
          </a:p>
          <a:p>
            <a:pPr lvl="3"/>
            <a:r>
              <a:rPr lang="sl-SI" dirty="0"/>
              <a:t>Četrta raven</a:t>
            </a:r>
            <a:endParaRPr lang="en-US" dirty="0"/>
          </a:p>
          <a:p>
            <a:pPr lvl="4"/>
            <a:r>
              <a:rPr lang="sl-SI" dirty="0"/>
              <a:t>Peta raven</a:t>
            </a:r>
          </a:p>
        </p:txBody>
      </p:sp>
    </p:spTree>
    <p:extLst>
      <p:ext uri="{BB962C8B-B14F-4D97-AF65-F5344CB8AC3E}">
        <p14:creationId xmlns:p14="http://schemas.microsoft.com/office/powerpoint/2010/main" val="2342466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85800" y="1628800"/>
            <a:ext cx="7772400" cy="46085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sl-SI"/>
              <a:t>Tekst</a:t>
            </a:r>
            <a:endParaRPr lang="en-US"/>
          </a:p>
          <a:p>
            <a:pPr lvl="1"/>
            <a:r>
              <a:rPr lang="sl-SI"/>
              <a:t>Druga raven</a:t>
            </a:r>
            <a:endParaRPr lang="en-US"/>
          </a:p>
          <a:p>
            <a:pPr lvl="2"/>
            <a:r>
              <a:rPr lang="sl-SI"/>
              <a:t>Tretja raven</a:t>
            </a:r>
            <a:endParaRPr lang="en-US"/>
          </a:p>
          <a:p>
            <a:pPr lvl="3"/>
            <a:r>
              <a:rPr lang="sl-SI"/>
              <a:t>Četrta raven</a:t>
            </a:r>
            <a:endParaRPr lang="en-US"/>
          </a:p>
          <a:p>
            <a:pPr lvl="4"/>
            <a:r>
              <a:rPr lang="sl-SI"/>
              <a:t>Peta raven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Naslov strani</a:t>
            </a:r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438483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e vseb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3400" y="476673"/>
            <a:ext cx="8153400" cy="1047328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en-US"/>
              <a:t>Naslov strani</a:t>
            </a:r>
            <a:endParaRPr lang="sl-SI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85800" y="1628800"/>
            <a:ext cx="3810000" cy="46085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l-SI"/>
              <a:t>Tekst</a:t>
            </a:r>
            <a:endParaRPr lang="en-US"/>
          </a:p>
          <a:p>
            <a:pPr lvl="1"/>
            <a:r>
              <a:rPr lang="sl-SI"/>
              <a:t>Druga raven</a:t>
            </a:r>
            <a:endParaRPr lang="en-US"/>
          </a:p>
          <a:p>
            <a:pPr lvl="2"/>
            <a:r>
              <a:rPr lang="sl-SI"/>
              <a:t>Tretja raven</a:t>
            </a:r>
            <a:endParaRPr lang="en-US"/>
          </a:p>
          <a:p>
            <a:pPr lvl="3"/>
            <a:r>
              <a:rPr lang="sl-SI"/>
              <a:t>Četrta raven</a:t>
            </a:r>
            <a:endParaRPr lang="en-US"/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48200" y="1628800"/>
            <a:ext cx="3810000" cy="46085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l-SI"/>
              <a:t>Tekst</a:t>
            </a:r>
            <a:endParaRPr lang="en-US"/>
          </a:p>
          <a:p>
            <a:pPr lvl="1"/>
            <a:r>
              <a:rPr lang="sl-SI"/>
              <a:t>Druga raven</a:t>
            </a:r>
            <a:endParaRPr lang="en-US"/>
          </a:p>
          <a:p>
            <a:pPr lvl="2"/>
            <a:r>
              <a:rPr lang="sl-SI"/>
              <a:t>Tretja raven</a:t>
            </a:r>
            <a:endParaRPr lang="en-US"/>
          </a:p>
          <a:p>
            <a:pPr lvl="3"/>
            <a:r>
              <a:rPr lang="sl-SI"/>
              <a:t>Četrta raven</a:t>
            </a:r>
            <a:endParaRPr lang="en-US"/>
          </a:p>
          <a:p>
            <a:pPr lvl="4"/>
            <a:r>
              <a:rPr lang="sl-SI"/>
              <a:t>Peta raven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63396" y="6381328"/>
            <a:ext cx="898659" cy="39290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006A8E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869A43B6-4A72-4A6E-B3BC-4E1A4B5DD1B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491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3400" y="476673"/>
            <a:ext cx="8153400" cy="1047328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en-US"/>
              <a:t>Naslov strani</a:t>
            </a:r>
            <a:endParaRPr lang="sl-SI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85800" y="1628800"/>
            <a:ext cx="3810000" cy="46085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l-SI"/>
              <a:t>Tekst</a:t>
            </a:r>
            <a:endParaRPr lang="en-US"/>
          </a:p>
          <a:p>
            <a:pPr lvl="1"/>
            <a:r>
              <a:rPr lang="sl-SI"/>
              <a:t>Druga raven</a:t>
            </a:r>
            <a:endParaRPr lang="en-US"/>
          </a:p>
          <a:p>
            <a:pPr lvl="2"/>
            <a:r>
              <a:rPr lang="sl-SI"/>
              <a:t>Tretja raven</a:t>
            </a:r>
            <a:endParaRPr lang="en-US"/>
          </a:p>
          <a:p>
            <a:pPr lvl="3"/>
            <a:r>
              <a:rPr lang="sl-SI"/>
              <a:t>Četrta raven</a:t>
            </a:r>
            <a:endParaRPr lang="en-US"/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48200" y="1628800"/>
            <a:ext cx="3810000" cy="46085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l-SI"/>
              <a:t>Tekst</a:t>
            </a:r>
            <a:endParaRPr lang="en-US"/>
          </a:p>
          <a:p>
            <a:pPr lvl="1"/>
            <a:r>
              <a:rPr lang="sl-SI"/>
              <a:t>Druga raven</a:t>
            </a:r>
            <a:endParaRPr lang="en-US"/>
          </a:p>
          <a:p>
            <a:pPr lvl="2"/>
            <a:r>
              <a:rPr lang="sl-SI"/>
              <a:t>Tretja raven</a:t>
            </a:r>
            <a:endParaRPr lang="en-US"/>
          </a:p>
          <a:p>
            <a:pPr lvl="3"/>
            <a:r>
              <a:rPr lang="sl-SI"/>
              <a:t>Četrta raven</a:t>
            </a:r>
            <a:endParaRPr lang="en-US"/>
          </a:p>
          <a:p>
            <a:pPr lvl="4"/>
            <a:r>
              <a:rPr lang="sl-SI"/>
              <a:t>Peta raven</a:t>
            </a:r>
          </a:p>
        </p:txBody>
      </p:sp>
    </p:spTree>
    <p:extLst>
      <p:ext uri="{BB962C8B-B14F-4D97-AF65-F5344CB8AC3E}">
        <p14:creationId xmlns:p14="http://schemas.microsoft.com/office/powerpoint/2010/main" val="1931776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3400" y="476673"/>
            <a:ext cx="8153400" cy="1047328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en-US"/>
              <a:t>Naslov strani</a:t>
            </a:r>
            <a:endParaRPr lang="sl-S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63396" y="6381328"/>
            <a:ext cx="898659" cy="39290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rgbClr val="006A8E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869A43B6-4A72-4A6E-B3BC-4E1A4B5DD1B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180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3400" y="476673"/>
            <a:ext cx="8153400" cy="1047328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en-US"/>
              <a:t>Naslov strani</a:t>
            </a:r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557107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8166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aslov in vseb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63396" y="6381328"/>
            <a:ext cx="898659" cy="39290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rgbClr val="006A8E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869A43B6-4A72-4A6E-B3BC-4E1A4B5DD1B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 sz="4400"/>
            </a:lvl1pPr>
          </a:lstStyle>
          <a:p>
            <a:r>
              <a:rPr lang="en-US"/>
              <a:t>Naslov strani</a:t>
            </a:r>
            <a:endParaRPr lang="sl-SI"/>
          </a:p>
        </p:txBody>
      </p:sp>
      <p:sp>
        <p:nvSpPr>
          <p:cNvPr id="8" name="Content Placeholder 2"/>
          <p:cNvSpPr>
            <a:spLocks noGrp="1"/>
          </p:cNvSpPr>
          <p:nvPr>
            <p:ph idx="1" hasCustomPrompt="1"/>
          </p:nvPr>
        </p:nvSpPr>
        <p:spPr>
          <a:xfrm>
            <a:off x="685800" y="1628800"/>
            <a:ext cx="7772400" cy="46085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sl-SI" dirty="0"/>
              <a:t>Tekst</a:t>
            </a:r>
            <a:endParaRPr lang="en-US" dirty="0"/>
          </a:p>
          <a:p>
            <a:pPr lvl="1"/>
            <a:r>
              <a:rPr lang="sl-SI" dirty="0"/>
              <a:t>Druga raven</a:t>
            </a:r>
            <a:endParaRPr lang="en-US" dirty="0"/>
          </a:p>
          <a:p>
            <a:pPr lvl="2"/>
            <a:r>
              <a:rPr lang="sl-SI" dirty="0"/>
              <a:t>Tretja raven</a:t>
            </a:r>
            <a:endParaRPr lang="en-US" dirty="0"/>
          </a:p>
          <a:p>
            <a:pPr lvl="3"/>
            <a:r>
              <a:rPr lang="sl-SI" dirty="0"/>
              <a:t>Četrta raven</a:t>
            </a:r>
            <a:endParaRPr lang="en-US" dirty="0"/>
          </a:p>
          <a:p>
            <a:pPr lvl="4"/>
            <a:r>
              <a:rPr lang="sl-SI" dirty="0"/>
              <a:t>Peta raven</a:t>
            </a:r>
          </a:p>
        </p:txBody>
      </p:sp>
    </p:spTree>
    <p:extLst>
      <p:ext uri="{BB962C8B-B14F-4D97-AF65-F5344CB8AC3E}">
        <p14:creationId xmlns:p14="http://schemas.microsoft.com/office/powerpoint/2010/main" val="3072845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476673"/>
            <a:ext cx="8153400" cy="104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4C4C4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sl-SI"/>
              <a:t>Naslov strani</a:t>
            </a:r>
            <a:endParaRPr lang="en-GB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28800"/>
            <a:ext cx="7772400" cy="4392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4C4C4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sl-SI"/>
              <a:t>Tekst</a:t>
            </a:r>
            <a:endParaRPr lang="en-US"/>
          </a:p>
          <a:p>
            <a:pPr lvl="1"/>
            <a:r>
              <a:rPr lang="sl-SI"/>
              <a:t>Druga raven</a:t>
            </a:r>
            <a:endParaRPr lang="en-US"/>
          </a:p>
          <a:p>
            <a:pPr lvl="2"/>
            <a:r>
              <a:rPr lang="sl-SI"/>
              <a:t>Tretja raven</a:t>
            </a:r>
            <a:endParaRPr lang="en-US"/>
          </a:p>
          <a:p>
            <a:pPr lvl="3"/>
            <a:r>
              <a:rPr lang="sl-SI"/>
              <a:t>Četrta raven</a:t>
            </a:r>
            <a:endParaRPr lang="en-US"/>
          </a:p>
          <a:p>
            <a:pPr lvl="4"/>
            <a:r>
              <a:rPr lang="sl-SI"/>
              <a:t>Peta raven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1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70" r:id="rId9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7" grpId="0" build="p" bldLvl="2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n"/>
        <a:defRPr sz="3200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2800">
          <a:solidFill>
            <a:schemeClr val="tx1"/>
          </a:solidFill>
          <a:latin typeface="Calibri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baseline="0">
          <a:solidFill>
            <a:schemeClr val="tx1"/>
          </a:solidFill>
          <a:latin typeface="Calibri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sl-S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hyperlink" Target="https://www.gymlibrary.dev/environments/box2d/lunar_lander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320801"/>
            <a:ext cx="9144000" cy="2684264"/>
          </a:xfrm>
        </p:spPr>
        <p:txBody>
          <a:bodyPr/>
          <a:lstStyle/>
          <a:p>
            <a:pPr algn="ctr"/>
            <a:r>
              <a:rPr lang="en-SI" sz="3600" dirty="0" err="1"/>
              <a:t>Napredne</a:t>
            </a:r>
            <a:r>
              <a:rPr lang="en-SI" sz="3600" dirty="0"/>
              <a:t> </a:t>
            </a:r>
            <a:r>
              <a:rPr lang="en-SI" sz="3600" dirty="0" err="1"/>
              <a:t>arhitekture</a:t>
            </a:r>
            <a:r>
              <a:rPr lang="en-SI" sz="3600" dirty="0"/>
              <a:t> in </a:t>
            </a:r>
            <a:r>
              <a:rPr lang="en-SI" sz="3600" dirty="0" err="1"/>
              <a:t>učenje</a:t>
            </a:r>
            <a:r>
              <a:rPr lang="en-SI" sz="3600" dirty="0"/>
              <a:t> </a:t>
            </a:r>
            <a:r>
              <a:rPr lang="en-SI" sz="3600" dirty="0" err="1"/>
              <a:t>globokih</a:t>
            </a:r>
            <a:r>
              <a:rPr lang="en-SI" sz="3600" dirty="0"/>
              <a:t> </a:t>
            </a:r>
            <a:r>
              <a:rPr lang="en-SI" sz="3600" dirty="0" err="1"/>
              <a:t>nevronskih</a:t>
            </a:r>
            <a:r>
              <a:rPr lang="en-SI" sz="3600" dirty="0"/>
              <a:t> </a:t>
            </a:r>
            <a:r>
              <a:rPr lang="en-SI" sz="3600" dirty="0" err="1"/>
              <a:t>mrež</a:t>
            </a:r>
            <a:br>
              <a:rPr lang="en-GB" sz="3600" dirty="0"/>
            </a:br>
            <a:r>
              <a:rPr lang="en-GB" sz="3600" dirty="0"/>
              <a:t>(R-IT M</a:t>
            </a:r>
            <a:r>
              <a:rPr lang="en-SI" sz="3600" dirty="0"/>
              <a:t>AG</a:t>
            </a:r>
            <a:r>
              <a:rPr lang="en-GB" sz="3600" dirty="0"/>
              <a:t>)</a:t>
            </a:r>
            <a:endParaRPr lang="sl-SI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27584" y="4221088"/>
            <a:ext cx="6688832" cy="1727845"/>
          </a:xfrm>
        </p:spPr>
        <p:txBody>
          <a:bodyPr/>
          <a:lstStyle/>
          <a:p>
            <a:pPr algn="ctr"/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Vaja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SI" dirty="0">
                <a:solidFill>
                  <a:schemeClr val="bg1">
                    <a:lumMod val="50000"/>
                  </a:schemeClr>
                </a:solidFill>
              </a:rPr>
              <a:t>4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–</a:t>
            </a:r>
            <a:r>
              <a:rPr lang="sl-SI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SI" dirty="0" err="1">
                <a:solidFill>
                  <a:schemeClr val="bg1">
                    <a:lumMod val="50000"/>
                  </a:schemeClr>
                </a:solidFill>
              </a:rPr>
              <a:t>Globoko</a:t>
            </a:r>
            <a:r>
              <a:rPr lang="en-SI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SI" dirty="0" err="1">
                <a:solidFill>
                  <a:schemeClr val="bg1">
                    <a:lumMod val="50000"/>
                  </a:schemeClr>
                </a:solidFill>
              </a:rPr>
              <a:t>okrepitveno</a:t>
            </a:r>
            <a:r>
              <a:rPr lang="en-SI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SI" dirty="0" err="1">
                <a:solidFill>
                  <a:schemeClr val="bg1">
                    <a:lumMod val="50000"/>
                  </a:schemeClr>
                </a:solidFill>
              </a:rPr>
              <a:t>učenje</a:t>
            </a:r>
            <a:endParaRPr lang="sl-SI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5377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4B22EE0F-2D20-E7CF-CFBE-6BBB763C86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1375" y="1340768"/>
            <a:ext cx="4852625" cy="2781920"/>
          </a:xfrm>
          <a:prstGeom prst="rect">
            <a:avLst/>
          </a:prstGeom>
        </p:spPr>
      </p:pic>
      <p:sp>
        <p:nvSpPr>
          <p:cNvPr id="2" name="Ograda številke diapozitiva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69A43B6-4A72-4A6E-B3BC-4E1A4B5DD1B6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3" name="Naslov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Okrepitveno učenje</a:t>
            </a:r>
          </a:p>
        </p:txBody>
      </p:sp>
      <p:sp>
        <p:nvSpPr>
          <p:cNvPr id="4" name="Ograda vsebine 3"/>
          <p:cNvSpPr>
            <a:spLocks noGrp="1"/>
          </p:cNvSpPr>
          <p:nvPr>
            <p:ph idx="1"/>
          </p:nvPr>
        </p:nvSpPr>
        <p:spPr>
          <a:xfrm>
            <a:off x="0" y="1628800"/>
            <a:ext cx="9144000" cy="4608512"/>
          </a:xfrm>
          <a:ln>
            <a:noFill/>
          </a:ln>
        </p:spPr>
        <p:txBody>
          <a:bodyPr/>
          <a:lstStyle/>
          <a:p>
            <a:r>
              <a:rPr lang="sl-SI" sz="2400" dirty="0"/>
              <a:t>Učenje inteligentnih agentov</a:t>
            </a:r>
          </a:p>
          <a:p>
            <a:pPr lvl="1"/>
            <a:r>
              <a:rPr lang="sl-SI" sz="2000" dirty="0"/>
              <a:t>Pravilno delovanje =&gt; </a:t>
            </a:r>
            <a:r>
              <a:rPr lang="sl-SI" sz="2000" dirty="0">
                <a:solidFill>
                  <a:srgbClr val="0070C0"/>
                </a:solidFill>
              </a:rPr>
              <a:t>nagrada</a:t>
            </a:r>
          </a:p>
          <a:p>
            <a:pPr lvl="1"/>
            <a:r>
              <a:rPr lang="sl-SI" sz="2000" dirty="0"/>
              <a:t>Nepravilno delovanje =&gt; </a:t>
            </a:r>
            <a:r>
              <a:rPr lang="sl-SI" sz="2000" dirty="0">
                <a:solidFill>
                  <a:srgbClr val="C00000"/>
                </a:solidFill>
              </a:rPr>
              <a:t>kazen</a:t>
            </a:r>
          </a:p>
          <a:p>
            <a:r>
              <a:rPr lang="sl-SI" sz="2400" dirty="0"/>
              <a:t>Cilj je </a:t>
            </a:r>
            <a:r>
              <a:rPr lang="sl-SI" sz="2400" dirty="0" err="1">
                <a:solidFill>
                  <a:srgbClr val="0070C0"/>
                </a:solidFill>
              </a:rPr>
              <a:t>maksimizirati</a:t>
            </a:r>
            <a:r>
              <a:rPr lang="sl-SI" sz="2400" dirty="0"/>
              <a:t> nagrado</a:t>
            </a:r>
          </a:p>
          <a:p>
            <a:r>
              <a:rPr lang="sl-SI" sz="2400" dirty="0"/>
              <a:t>Raziskovanje </a:t>
            </a:r>
            <a:r>
              <a:rPr lang="sl-SI" sz="2400" i="1" dirty="0"/>
              <a:t>(angl. </a:t>
            </a:r>
            <a:r>
              <a:rPr lang="sl-SI" sz="2400" i="1" dirty="0" err="1"/>
              <a:t>exploration</a:t>
            </a:r>
            <a:r>
              <a:rPr lang="sl-SI" sz="2400" i="1" dirty="0"/>
              <a:t>)</a:t>
            </a:r>
          </a:p>
          <a:p>
            <a:r>
              <a:rPr lang="sl-SI" sz="2400" dirty="0"/>
              <a:t>Izkoriščanje </a:t>
            </a:r>
            <a:r>
              <a:rPr lang="sl-SI" sz="2400" i="1" dirty="0"/>
              <a:t>(angl. </a:t>
            </a:r>
            <a:r>
              <a:rPr lang="sl-SI" sz="2400" i="1" dirty="0" err="1"/>
              <a:t>exploitation</a:t>
            </a:r>
            <a:r>
              <a:rPr lang="sl-SI" sz="2400" i="1" dirty="0"/>
              <a:t>)</a:t>
            </a:r>
          </a:p>
          <a:p>
            <a:r>
              <a:rPr lang="sl-SI" sz="2400" dirty="0"/>
              <a:t>Ideja je najti </a:t>
            </a:r>
            <a:r>
              <a:rPr lang="sl-SI" sz="2400" dirty="0">
                <a:solidFill>
                  <a:srgbClr val="0070C0"/>
                </a:solidFill>
              </a:rPr>
              <a:t>ravnovesje</a:t>
            </a:r>
            <a:r>
              <a:rPr lang="sl-SI" sz="2400" dirty="0"/>
              <a:t> med raziskovanjem in izkoriščanjem</a:t>
            </a:r>
          </a:p>
          <a:p>
            <a:r>
              <a:rPr lang="sl-SI" sz="2400" dirty="0"/>
              <a:t>Opis problema z markovskim odločitvenim procesom</a:t>
            </a:r>
          </a:p>
          <a:p>
            <a:pPr lvl="1"/>
            <a:r>
              <a:rPr lang="sl-SI" sz="2000" dirty="0"/>
              <a:t>Množica stanj okolja in agenta </a:t>
            </a:r>
            <a:r>
              <a:rPr lang="sl-SI" sz="2000" i="1" dirty="0"/>
              <a:t>(angl. </a:t>
            </a:r>
            <a:r>
              <a:rPr lang="sl-SI" sz="2000" i="1" dirty="0" err="1"/>
              <a:t>state</a:t>
            </a:r>
            <a:r>
              <a:rPr lang="sl-SI" sz="2000" i="1" dirty="0"/>
              <a:t> </a:t>
            </a:r>
            <a:r>
              <a:rPr lang="sl-SI" sz="2000" i="1" dirty="0" err="1"/>
              <a:t>space</a:t>
            </a:r>
            <a:r>
              <a:rPr lang="sl-SI" sz="2000" i="1" dirty="0"/>
              <a:t>)</a:t>
            </a:r>
            <a:endParaRPr lang="sl-SI" sz="2000" dirty="0"/>
          </a:p>
          <a:p>
            <a:pPr lvl="1"/>
            <a:r>
              <a:rPr lang="sl-SI" sz="2000" dirty="0"/>
              <a:t>Množica akcij </a:t>
            </a:r>
            <a:r>
              <a:rPr lang="sl-SI" sz="2000" i="1" dirty="0"/>
              <a:t>(angl. </a:t>
            </a:r>
            <a:r>
              <a:rPr lang="sl-SI" sz="2000" i="1" dirty="0" err="1"/>
              <a:t>action</a:t>
            </a:r>
            <a:r>
              <a:rPr lang="sl-SI" sz="2000" i="1" dirty="0"/>
              <a:t> </a:t>
            </a:r>
            <a:r>
              <a:rPr lang="sl-SI" sz="2000" i="1" dirty="0" err="1"/>
              <a:t>space</a:t>
            </a:r>
            <a:r>
              <a:rPr lang="sl-SI" sz="2000" i="1" dirty="0"/>
              <a:t>)</a:t>
            </a:r>
            <a:endParaRPr lang="sl-SI" sz="2000" dirty="0"/>
          </a:p>
          <a:p>
            <a:r>
              <a:rPr lang="en-GB" sz="2400" dirty="0"/>
              <a:t>Q-</a:t>
            </a:r>
            <a:r>
              <a:rPr lang="en-GB" sz="2400" dirty="0" err="1"/>
              <a:t>učenje</a:t>
            </a:r>
            <a:endParaRPr lang="sl-SI" sz="2400" dirty="0"/>
          </a:p>
          <a:p>
            <a:pPr lvl="1"/>
            <a:endParaRPr lang="sl-SI" sz="2000" dirty="0"/>
          </a:p>
          <a:p>
            <a:endParaRPr lang="en-GB" sz="2000" dirty="0"/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789877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grada številke diapozitiva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69A43B6-4A72-4A6E-B3BC-4E1A4B5DD1B6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3" name="Naslov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Globoko</a:t>
            </a:r>
            <a:r>
              <a:rPr lang="en-GB" dirty="0"/>
              <a:t> o</a:t>
            </a:r>
            <a:r>
              <a:rPr lang="sl-SI" dirty="0" err="1"/>
              <a:t>krepitveno</a:t>
            </a:r>
            <a:r>
              <a:rPr lang="sl-SI" dirty="0"/>
              <a:t> učenje</a:t>
            </a:r>
          </a:p>
        </p:txBody>
      </p:sp>
      <p:sp>
        <p:nvSpPr>
          <p:cNvPr id="4" name="Ograda vsebine 3"/>
          <p:cNvSpPr>
            <a:spLocks noGrp="1"/>
          </p:cNvSpPr>
          <p:nvPr>
            <p:ph idx="1"/>
          </p:nvPr>
        </p:nvSpPr>
        <p:spPr>
          <a:xfrm>
            <a:off x="0" y="1628800"/>
            <a:ext cx="9144000" cy="4608512"/>
          </a:xfrm>
          <a:ln>
            <a:noFill/>
          </a:ln>
        </p:spPr>
        <p:txBody>
          <a:bodyPr/>
          <a:lstStyle/>
          <a:p>
            <a:r>
              <a:rPr lang="en-GB" sz="2400" dirty="0" err="1"/>
              <a:t>Razširitev</a:t>
            </a:r>
            <a:r>
              <a:rPr lang="en-GB" sz="2400" dirty="0"/>
              <a:t> </a:t>
            </a:r>
            <a:r>
              <a:rPr lang="en-GB" sz="2400" dirty="0" err="1"/>
              <a:t>okrepitvenega</a:t>
            </a:r>
            <a:r>
              <a:rPr lang="en-GB" sz="2400" dirty="0"/>
              <a:t> </a:t>
            </a:r>
            <a:r>
              <a:rPr lang="en-GB" sz="2400" dirty="0" err="1"/>
              <a:t>učenja</a:t>
            </a:r>
            <a:r>
              <a:rPr lang="en-GB" sz="2400" dirty="0"/>
              <a:t> z </a:t>
            </a:r>
            <a:r>
              <a:rPr lang="en-GB" sz="2400" dirty="0" err="1"/>
              <a:t>globokimi</a:t>
            </a:r>
            <a:r>
              <a:rPr lang="en-GB" sz="2400" dirty="0"/>
              <a:t> </a:t>
            </a:r>
            <a:r>
              <a:rPr lang="en-GB" sz="2400" dirty="0" err="1"/>
              <a:t>nevronskimi</a:t>
            </a:r>
            <a:r>
              <a:rPr lang="en-GB" sz="2400" dirty="0"/>
              <a:t> </a:t>
            </a:r>
            <a:r>
              <a:rPr lang="en-GB" sz="2400" dirty="0" err="1"/>
              <a:t>mrežami</a:t>
            </a:r>
            <a:endParaRPr lang="en-GB" sz="2400" dirty="0"/>
          </a:p>
          <a:p>
            <a:r>
              <a:rPr lang="en-GB" sz="2400" dirty="0" err="1"/>
              <a:t>Globoke</a:t>
            </a:r>
            <a:r>
              <a:rPr lang="en-GB" sz="2400" dirty="0"/>
              <a:t> Q-</a:t>
            </a:r>
            <a:r>
              <a:rPr lang="en-GB" sz="2400" dirty="0" err="1"/>
              <a:t>mreže</a:t>
            </a:r>
            <a:r>
              <a:rPr lang="en-GB" sz="2400" dirty="0"/>
              <a:t> </a:t>
            </a:r>
            <a:r>
              <a:rPr lang="en-GB" sz="2400" i="1" dirty="0"/>
              <a:t>(ang. deep Q-networks – DQN)</a:t>
            </a:r>
          </a:p>
          <a:p>
            <a:pPr lvl="1"/>
            <a:r>
              <a:rPr lang="en-GB" sz="2000" dirty="0" err="1">
                <a:solidFill>
                  <a:srgbClr val="0070C0"/>
                </a:solidFill>
              </a:rPr>
              <a:t>Dvojne</a:t>
            </a:r>
            <a:r>
              <a:rPr lang="en-GB" sz="2000" dirty="0">
                <a:solidFill>
                  <a:srgbClr val="0070C0"/>
                </a:solidFill>
              </a:rPr>
              <a:t> </a:t>
            </a:r>
            <a:r>
              <a:rPr lang="en-GB" sz="2000" dirty="0" err="1">
                <a:solidFill>
                  <a:srgbClr val="0070C0"/>
                </a:solidFill>
              </a:rPr>
              <a:t>globoke</a:t>
            </a:r>
            <a:r>
              <a:rPr lang="en-GB" sz="2000" dirty="0">
                <a:solidFill>
                  <a:srgbClr val="0070C0"/>
                </a:solidFill>
              </a:rPr>
              <a:t> Q-</a:t>
            </a:r>
            <a:r>
              <a:rPr lang="en-GB" sz="2000" dirty="0" err="1">
                <a:solidFill>
                  <a:srgbClr val="0070C0"/>
                </a:solidFill>
              </a:rPr>
              <a:t>mreže</a:t>
            </a:r>
            <a:r>
              <a:rPr lang="en-GB" sz="2000" dirty="0">
                <a:solidFill>
                  <a:srgbClr val="0070C0"/>
                </a:solidFill>
              </a:rPr>
              <a:t> </a:t>
            </a:r>
            <a:r>
              <a:rPr lang="en-GB" sz="2000" i="1" dirty="0"/>
              <a:t>(ang. double DQN – DDQN)</a:t>
            </a:r>
            <a:endParaRPr lang="sl-SI" sz="2000" dirty="0"/>
          </a:p>
          <a:p>
            <a:r>
              <a:rPr lang="en-GB" sz="2400" dirty="0"/>
              <a:t>DDQN je </a:t>
            </a:r>
            <a:r>
              <a:rPr lang="en-GB" sz="2400" dirty="0" err="1"/>
              <a:t>izboljšava</a:t>
            </a:r>
            <a:r>
              <a:rPr lang="en-GB" sz="2400" dirty="0"/>
              <a:t> DQN</a:t>
            </a:r>
          </a:p>
          <a:p>
            <a:pPr lvl="1"/>
            <a:r>
              <a:rPr lang="en-GB" sz="2000" dirty="0" err="1"/>
              <a:t>Uporaba</a:t>
            </a:r>
            <a:r>
              <a:rPr lang="en-GB" sz="2000" dirty="0"/>
              <a:t> </a:t>
            </a:r>
            <a:r>
              <a:rPr lang="en-GB" sz="2000" dirty="0" err="1"/>
              <a:t>dveh</a:t>
            </a:r>
            <a:r>
              <a:rPr lang="en-GB" sz="2000" dirty="0"/>
              <a:t> </a:t>
            </a:r>
            <a:r>
              <a:rPr lang="en-GB" sz="2000" dirty="0" err="1"/>
              <a:t>nevronskih</a:t>
            </a:r>
            <a:r>
              <a:rPr lang="en-GB" sz="2000" dirty="0"/>
              <a:t> </a:t>
            </a:r>
            <a:r>
              <a:rPr lang="en-GB" sz="2000" dirty="0" err="1"/>
              <a:t>mrež</a:t>
            </a:r>
            <a:r>
              <a:rPr lang="en-GB" sz="2000" dirty="0"/>
              <a:t> z </a:t>
            </a:r>
            <a:r>
              <a:rPr lang="en-GB" sz="2000" dirty="0" err="1"/>
              <a:t>namenom</a:t>
            </a:r>
            <a:r>
              <a:rPr lang="en-GB" sz="2000" dirty="0"/>
              <a:t> </a:t>
            </a:r>
            <a:r>
              <a:rPr lang="en-GB" sz="2000" dirty="0" err="1"/>
              <a:t>ločevanja</a:t>
            </a:r>
            <a:r>
              <a:rPr lang="en-GB" sz="2000" dirty="0"/>
              <a:t> </a:t>
            </a:r>
            <a:r>
              <a:rPr lang="en-GB" sz="2000" dirty="0" err="1"/>
              <a:t>izbire</a:t>
            </a:r>
            <a:r>
              <a:rPr lang="en-GB" sz="2000" dirty="0"/>
              <a:t> </a:t>
            </a:r>
            <a:r>
              <a:rPr lang="en-GB" sz="2000" dirty="0" err="1"/>
              <a:t>akcije</a:t>
            </a:r>
            <a:r>
              <a:rPr lang="en-GB" sz="2000" dirty="0"/>
              <a:t> in </a:t>
            </a:r>
            <a:r>
              <a:rPr lang="en-GB" sz="2000" dirty="0" err="1"/>
              <a:t>vrednotenja</a:t>
            </a:r>
            <a:r>
              <a:rPr lang="en-GB" sz="2000" dirty="0"/>
              <a:t> </a:t>
            </a:r>
            <a:r>
              <a:rPr lang="en-GB" sz="2000" dirty="0" err="1"/>
              <a:t>akcije</a:t>
            </a:r>
            <a:endParaRPr lang="en-GB" sz="2000" dirty="0"/>
          </a:p>
          <a:p>
            <a:pPr lvl="1"/>
            <a:r>
              <a:rPr lang="en-GB" sz="2000" dirty="0" err="1"/>
              <a:t>Nevronska</a:t>
            </a:r>
            <a:r>
              <a:rPr lang="en-GB" sz="2000" dirty="0"/>
              <a:t> </a:t>
            </a:r>
            <a:r>
              <a:rPr lang="en-GB" sz="2000" dirty="0" err="1"/>
              <a:t>mreža</a:t>
            </a:r>
            <a:r>
              <a:rPr lang="en-GB" sz="2000" dirty="0"/>
              <a:t> za </a:t>
            </a:r>
            <a:r>
              <a:rPr lang="en-GB" sz="2000" dirty="0" err="1"/>
              <a:t>izbiro</a:t>
            </a:r>
            <a:r>
              <a:rPr lang="en-GB" sz="2000" dirty="0"/>
              <a:t> </a:t>
            </a:r>
            <a:r>
              <a:rPr lang="en-GB" sz="2000" dirty="0" err="1"/>
              <a:t>akcije</a:t>
            </a:r>
            <a:r>
              <a:rPr lang="en-GB" sz="2000" dirty="0"/>
              <a:t> </a:t>
            </a:r>
            <a:r>
              <a:rPr lang="en-GB" sz="2000" i="1" dirty="0"/>
              <a:t>(ang. online network) </a:t>
            </a:r>
            <a:r>
              <a:rPr lang="en-GB" sz="2000" dirty="0"/>
              <a:t>[</a:t>
            </a:r>
            <a:r>
              <a:rPr lang="en-GB" sz="2000" dirty="0" err="1"/>
              <a:t>primarna</a:t>
            </a:r>
            <a:r>
              <a:rPr lang="en-GB" sz="2000" dirty="0"/>
              <a:t> </a:t>
            </a:r>
            <a:r>
              <a:rPr lang="en-GB" sz="2000" dirty="0" err="1"/>
              <a:t>mreža</a:t>
            </a:r>
            <a:r>
              <a:rPr lang="en-GB" sz="2000" dirty="0"/>
              <a:t>]</a:t>
            </a:r>
          </a:p>
          <a:p>
            <a:pPr lvl="1"/>
            <a:r>
              <a:rPr lang="en-GB" sz="2000" dirty="0" err="1"/>
              <a:t>Nevronska</a:t>
            </a:r>
            <a:r>
              <a:rPr lang="en-GB" sz="2000" dirty="0"/>
              <a:t> </a:t>
            </a:r>
            <a:r>
              <a:rPr lang="en-GB" sz="2000" dirty="0" err="1"/>
              <a:t>mreža</a:t>
            </a:r>
            <a:r>
              <a:rPr lang="en-GB" sz="2000" dirty="0"/>
              <a:t> za </a:t>
            </a:r>
            <a:r>
              <a:rPr lang="en-GB" sz="2000" dirty="0" err="1"/>
              <a:t>vrednotenje</a:t>
            </a:r>
            <a:r>
              <a:rPr lang="en-GB" sz="2000" dirty="0"/>
              <a:t> </a:t>
            </a:r>
            <a:r>
              <a:rPr lang="en-GB" sz="2000" dirty="0" err="1"/>
              <a:t>akcije</a:t>
            </a:r>
            <a:r>
              <a:rPr lang="en-GB" sz="2000" dirty="0"/>
              <a:t> </a:t>
            </a:r>
            <a:r>
              <a:rPr lang="en-GB" sz="2000" i="1" dirty="0"/>
              <a:t>(ang. target network) </a:t>
            </a:r>
            <a:r>
              <a:rPr lang="en-GB" sz="2000" dirty="0"/>
              <a:t>[</a:t>
            </a:r>
            <a:r>
              <a:rPr lang="en-GB" sz="2000" dirty="0" err="1"/>
              <a:t>kopija</a:t>
            </a:r>
            <a:r>
              <a:rPr lang="en-GB" sz="2000" dirty="0"/>
              <a:t>]</a:t>
            </a:r>
          </a:p>
          <a:p>
            <a:pPr lvl="1"/>
            <a:r>
              <a:rPr lang="en-GB" sz="2000" dirty="0" err="1"/>
              <a:t>Izbere</a:t>
            </a:r>
            <a:r>
              <a:rPr lang="en-GB" sz="2000" dirty="0"/>
              <a:t> se </a:t>
            </a:r>
            <a:r>
              <a:rPr lang="en-GB" sz="2000" dirty="0" err="1"/>
              <a:t>tista</a:t>
            </a:r>
            <a:r>
              <a:rPr lang="en-GB" sz="2000" dirty="0"/>
              <a:t> </a:t>
            </a:r>
            <a:r>
              <a:rPr lang="en-GB" sz="2000" dirty="0" err="1"/>
              <a:t>akcija</a:t>
            </a:r>
            <a:r>
              <a:rPr lang="en-GB" sz="2000" dirty="0"/>
              <a:t>, ki </a:t>
            </a:r>
            <a:r>
              <a:rPr lang="en-GB" sz="2000" dirty="0" err="1"/>
              <a:t>ima</a:t>
            </a:r>
            <a:r>
              <a:rPr lang="en-GB" sz="2000" dirty="0"/>
              <a:t> </a:t>
            </a:r>
            <a:r>
              <a:rPr lang="en-GB" sz="2000" dirty="0" err="1"/>
              <a:t>maksimalno</a:t>
            </a:r>
            <a:r>
              <a:rPr lang="en-GB" sz="2000" dirty="0"/>
              <a:t> </a:t>
            </a:r>
            <a:r>
              <a:rPr lang="en-GB" sz="2000" dirty="0" err="1"/>
              <a:t>vrednost</a:t>
            </a:r>
            <a:r>
              <a:rPr lang="en-GB" sz="2000" dirty="0"/>
              <a:t> v </a:t>
            </a:r>
            <a:r>
              <a:rPr lang="en-GB" sz="2000" dirty="0" err="1"/>
              <a:t>primarni</a:t>
            </a:r>
            <a:r>
              <a:rPr lang="en-GB" sz="2000" dirty="0"/>
              <a:t> </a:t>
            </a:r>
            <a:r>
              <a:rPr lang="en-GB" sz="2000" dirty="0" err="1"/>
              <a:t>mreži</a:t>
            </a:r>
            <a:r>
              <a:rPr lang="en-GB" sz="2000" dirty="0"/>
              <a:t>, </a:t>
            </a:r>
            <a:r>
              <a:rPr lang="en-GB" sz="2000" dirty="0" err="1"/>
              <a:t>vendar</a:t>
            </a:r>
            <a:r>
              <a:rPr lang="en-GB" sz="2000" dirty="0"/>
              <a:t> se </a:t>
            </a:r>
            <a:r>
              <a:rPr lang="en-GB" sz="2000" dirty="0" err="1"/>
              <a:t>ovrednoti</a:t>
            </a:r>
            <a:r>
              <a:rPr lang="en-GB" sz="2000" dirty="0"/>
              <a:t> z </a:t>
            </a:r>
            <a:r>
              <a:rPr lang="en-GB" sz="2000" dirty="0" err="1"/>
              <a:t>mrežo</a:t>
            </a:r>
            <a:r>
              <a:rPr lang="en-GB" sz="2000" dirty="0"/>
              <a:t> za </a:t>
            </a:r>
            <a:r>
              <a:rPr lang="en-GB" sz="2000" dirty="0" err="1"/>
              <a:t>vrednotenje</a:t>
            </a:r>
            <a:r>
              <a:rPr lang="en-GB" sz="2000" dirty="0"/>
              <a:t> </a:t>
            </a:r>
            <a:r>
              <a:rPr lang="en-GB" sz="2000" dirty="0" err="1"/>
              <a:t>akcije</a:t>
            </a:r>
            <a:endParaRPr lang="en-GB" sz="2000" dirty="0"/>
          </a:p>
          <a:p>
            <a:pPr lvl="1"/>
            <a:r>
              <a:rPr lang="en-GB" sz="2000" dirty="0" err="1"/>
              <a:t>Periodično</a:t>
            </a:r>
            <a:r>
              <a:rPr lang="en-GB" sz="2000" dirty="0"/>
              <a:t> se </a:t>
            </a:r>
            <a:r>
              <a:rPr lang="en-GB" sz="2000" dirty="0" err="1"/>
              <a:t>vrednosti</a:t>
            </a:r>
            <a:r>
              <a:rPr lang="en-GB" sz="2000" dirty="0"/>
              <a:t> </a:t>
            </a:r>
            <a:r>
              <a:rPr lang="en-GB" sz="2000" dirty="0" err="1"/>
              <a:t>primarne</a:t>
            </a:r>
            <a:r>
              <a:rPr lang="en-GB" sz="2000" dirty="0"/>
              <a:t> </a:t>
            </a:r>
            <a:r>
              <a:rPr lang="en-GB" sz="2000" dirty="0" err="1"/>
              <a:t>mreže</a:t>
            </a:r>
            <a:r>
              <a:rPr lang="en-GB" sz="2000" dirty="0"/>
              <a:t> </a:t>
            </a:r>
            <a:r>
              <a:rPr lang="en-GB" sz="2000" dirty="0" err="1"/>
              <a:t>skopirajo</a:t>
            </a:r>
            <a:r>
              <a:rPr lang="en-GB" sz="2000" dirty="0"/>
              <a:t> v </a:t>
            </a:r>
            <a:r>
              <a:rPr lang="en-GB" sz="2000" dirty="0" err="1"/>
              <a:t>kopijo</a:t>
            </a:r>
            <a:endParaRPr lang="en-GB" sz="2000" dirty="0"/>
          </a:p>
          <a:p>
            <a:endParaRPr lang="en-GB" sz="2000" dirty="0"/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347806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grada številke diapozitiva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69A43B6-4A72-4A6E-B3BC-4E1A4B5DD1B6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3" name="Naslov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 Lunar Lander</a:t>
            </a:r>
            <a:endParaRPr lang="sl-SI" dirty="0"/>
          </a:p>
        </p:txBody>
      </p:sp>
      <p:sp>
        <p:nvSpPr>
          <p:cNvPr id="4" name="Ograda vsebine 3"/>
          <p:cNvSpPr>
            <a:spLocks noGrp="1"/>
          </p:cNvSpPr>
          <p:nvPr>
            <p:ph idx="1"/>
          </p:nvPr>
        </p:nvSpPr>
        <p:spPr>
          <a:xfrm>
            <a:off x="0" y="1628800"/>
            <a:ext cx="9144000" cy="4608512"/>
          </a:xfrm>
          <a:ln>
            <a:noFill/>
          </a:ln>
        </p:spPr>
        <p:txBody>
          <a:bodyPr/>
          <a:lstStyle/>
          <a:p>
            <a:r>
              <a:rPr lang="en-GB" sz="2400" dirty="0" err="1"/>
              <a:t>Knjižnica</a:t>
            </a:r>
            <a:r>
              <a:rPr lang="en-GB" sz="2400" dirty="0"/>
              <a:t> OpenAI Gym/Gymnasium (Box2D </a:t>
            </a:r>
            <a:r>
              <a:rPr lang="en-GB" sz="2400" dirty="0" err="1"/>
              <a:t>okolja</a:t>
            </a:r>
            <a:r>
              <a:rPr lang="en-GB" sz="2400" dirty="0"/>
              <a:t>)</a:t>
            </a:r>
          </a:p>
          <a:p>
            <a:pPr lvl="1"/>
            <a:r>
              <a:rPr lang="en-GB" sz="2000" dirty="0">
                <a:solidFill>
                  <a:srgbClr val="0070C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https://www.gymlibrary.dev/environments/box2d/lunar_lander/</a:t>
            </a:r>
            <a:endParaRPr lang="en-GB" sz="2000" dirty="0">
              <a:solidFill>
                <a:srgbClr val="0070C0"/>
              </a:solidFill>
            </a:endParaRPr>
          </a:p>
          <a:p>
            <a:r>
              <a:rPr lang="en-GB" sz="2400" dirty="0" err="1"/>
              <a:t>Cilj</a:t>
            </a:r>
            <a:r>
              <a:rPr lang="en-GB" sz="2400" dirty="0"/>
              <a:t> je </a:t>
            </a:r>
            <a:r>
              <a:rPr lang="en-GB" sz="2400" dirty="0" err="1"/>
              <a:t>pristati</a:t>
            </a:r>
            <a:r>
              <a:rPr lang="en-GB" sz="2400" dirty="0"/>
              <a:t> med </a:t>
            </a:r>
            <a:r>
              <a:rPr lang="en-GB" sz="2400" dirty="0" err="1"/>
              <a:t>dvema</a:t>
            </a:r>
            <a:r>
              <a:rPr lang="en-GB" sz="2400" dirty="0"/>
              <a:t> </a:t>
            </a:r>
            <a:r>
              <a:rPr lang="en-GB" sz="2400" dirty="0" err="1"/>
              <a:t>zastavicama</a:t>
            </a:r>
            <a:r>
              <a:rPr lang="en-GB" sz="2400" dirty="0"/>
              <a:t> </a:t>
            </a:r>
            <a:r>
              <a:rPr lang="en-GB" sz="2400" dirty="0" err="1"/>
              <a:t>na</a:t>
            </a:r>
            <a:r>
              <a:rPr lang="en-GB" sz="2400" dirty="0"/>
              <a:t> </a:t>
            </a:r>
            <a:r>
              <a:rPr lang="en-GB" sz="2400" dirty="0" err="1"/>
              <a:t>različnih</a:t>
            </a:r>
            <a:r>
              <a:rPr lang="en-GB" sz="2400" dirty="0"/>
              <a:t> </a:t>
            </a:r>
            <a:r>
              <a:rPr lang="en-GB" sz="2400" dirty="0" err="1"/>
              <a:t>površinah</a:t>
            </a:r>
            <a:endParaRPr lang="en-GB" sz="2400" dirty="0"/>
          </a:p>
          <a:p>
            <a:pPr lvl="1"/>
            <a:r>
              <a:rPr lang="en-GB" sz="2000" dirty="0" err="1"/>
              <a:t>Boljši</a:t>
            </a:r>
            <a:r>
              <a:rPr lang="en-GB" sz="2000" dirty="0"/>
              <a:t> in </a:t>
            </a:r>
            <a:r>
              <a:rPr lang="en-GB" sz="2000" dirty="0" err="1"/>
              <a:t>hitrejši</a:t>
            </a:r>
            <a:r>
              <a:rPr lang="en-GB" sz="2000" dirty="0"/>
              <a:t> </a:t>
            </a:r>
            <a:r>
              <a:rPr lang="en-GB" sz="2000" dirty="0" err="1"/>
              <a:t>pristanki</a:t>
            </a:r>
            <a:r>
              <a:rPr lang="en-GB" sz="2000" dirty="0"/>
              <a:t> so bolj </a:t>
            </a:r>
            <a:r>
              <a:rPr lang="en-GB" sz="2000" dirty="0" err="1"/>
              <a:t>nagrajeni</a:t>
            </a:r>
            <a:endParaRPr lang="en-GB" sz="2000" dirty="0"/>
          </a:p>
        </p:txBody>
      </p:sp>
      <p:pic>
        <p:nvPicPr>
          <p:cNvPr id="6" name="Picture 5" descr="A video game screen with a black background&#10;&#10;Description automatically generated">
            <a:extLst>
              <a:ext uri="{FF2B5EF4-FFF2-40B4-BE49-F238E27FC236}">
                <a16:creationId xmlns:a16="http://schemas.microsoft.com/office/drawing/2014/main" id="{1890BCA9-F7F6-253D-9FF5-DD841D4580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0544" y="3492291"/>
            <a:ext cx="4922912" cy="3281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390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grada številke diapozitiva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69A43B6-4A72-4A6E-B3BC-4E1A4B5DD1B6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3" name="Naslov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Zasnova</a:t>
            </a:r>
            <a:r>
              <a:rPr lang="en-GB" dirty="0"/>
              <a:t> Q-</a:t>
            </a:r>
            <a:r>
              <a:rPr lang="en-GB" dirty="0" err="1"/>
              <a:t>mreže</a:t>
            </a:r>
            <a:endParaRPr lang="sl-SI" dirty="0"/>
          </a:p>
        </p:txBody>
      </p:sp>
      <p:sp>
        <p:nvSpPr>
          <p:cNvPr id="4" name="Ograda vsebine 3"/>
          <p:cNvSpPr>
            <a:spLocks noGrp="1"/>
          </p:cNvSpPr>
          <p:nvPr>
            <p:ph idx="1"/>
          </p:nvPr>
        </p:nvSpPr>
        <p:spPr>
          <a:xfrm>
            <a:off x="0" y="1628800"/>
            <a:ext cx="9252520" cy="4608512"/>
          </a:xfrm>
          <a:ln>
            <a:noFill/>
          </a:ln>
        </p:spPr>
        <p:txBody>
          <a:bodyPr/>
          <a:lstStyle/>
          <a:p>
            <a:r>
              <a:rPr lang="en-GB" sz="2400" dirty="0"/>
              <a:t>Problem Lunar Lander </a:t>
            </a:r>
            <a:r>
              <a:rPr lang="en-GB" sz="2400" dirty="0" err="1"/>
              <a:t>boste</a:t>
            </a:r>
            <a:r>
              <a:rPr lang="en-GB" sz="2400" dirty="0"/>
              <a:t> </a:t>
            </a:r>
            <a:r>
              <a:rPr lang="en-GB" sz="2400" dirty="0" err="1"/>
              <a:t>rešili</a:t>
            </a:r>
            <a:r>
              <a:rPr lang="en-GB" sz="2400" dirty="0"/>
              <a:t> z DDQN</a:t>
            </a:r>
          </a:p>
          <a:p>
            <a:r>
              <a:rPr lang="en-GB" sz="2400" dirty="0" err="1"/>
              <a:t>Priporočena</a:t>
            </a:r>
            <a:r>
              <a:rPr lang="en-GB" sz="2400" dirty="0"/>
              <a:t> </a:t>
            </a:r>
            <a:r>
              <a:rPr lang="en-GB" sz="2400" dirty="0" err="1"/>
              <a:t>struktura</a:t>
            </a:r>
            <a:r>
              <a:rPr lang="en-GB" sz="2400" dirty="0"/>
              <a:t> Q-</a:t>
            </a:r>
            <a:r>
              <a:rPr lang="en-GB" sz="2400" dirty="0" err="1"/>
              <a:t>mreže</a:t>
            </a:r>
            <a:endParaRPr lang="en-GB" sz="2400" dirty="0"/>
          </a:p>
          <a:p>
            <a:pPr lvl="1"/>
            <a:r>
              <a:rPr lang="en-GB" sz="2000" dirty="0" err="1"/>
              <a:t>Konfiguracija</a:t>
            </a:r>
            <a:endParaRPr lang="en-GB" sz="2000" dirty="0"/>
          </a:p>
          <a:p>
            <a:pPr lvl="2"/>
            <a:r>
              <a:rPr lang="en-GB" sz="1600" dirty="0" err="1"/>
              <a:t>število</a:t>
            </a:r>
            <a:r>
              <a:rPr lang="en-GB" sz="1600" dirty="0"/>
              <a:t> </a:t>
            </a:r>
            <a:r>
              <a:rPr lang="en-GB" sz="1600" dirty="0" err="1"/>
              <a:t>možnih</a:t>
            </a:r>
            <a:r>
              <a:rPr lang="en-GB" sz="1600" dirty="0"/>
              <a:t> </a:t>
            </a:r>
            <a:r>
              <a:rPr lang="en-GB" sz="1600" dirty="0" err="1"/>
              <a:t>stanj</a:t>
            </a:r>
            <a:r>
              <a:rPr lang="en-GB" sz="1600" dirty="0"/>
              <a:t> (</a:t>
            </a:r>
            <a:r>
              <a:rPr lang="en-GB" sz="1600" dirty="0" err="1"/>
              <a:t>n_states</a:t>
            </a:r>
            <a:r>
              <a:rPr lang="en-GB" sz="1600" dirty="0"/>
              <a:t>)</a:t>
            </a:r>
          </a:p>
          <a:p>
            <a:pPr lvl="2"/>
            <a:r>
              <a:rPr lang="en-GB" sz="1600" dirty="0" err="1"/>
              <a:t>število</a:t>
            </a:r>
            <a:r>
              <a:rPr lang="en-GB" sz="1600" dirty="0"/>
              <a:t> </a:t>
            </a:r>
            <a:r>
              <a:rPr lang="en-GB" sz="1600" dirty="0" err="1"/>
              <a:t>možnih</a:t>
            </a:r>
            <a:r>
              <a:rPr lang="en-GB" sz="1600" dirty="0"/>
              <a:t> </a:t>
            </a:r>
            <a:r>
              <a:rPr lang="en-GB" sz="1600" dirty="0" err="1"/>
              <a:t>akcij</a:t>
            </a:r>
            <a:r>
              <a:rPr lang="en-GB" sz="1600" dirty="0"/>
              <a:t> (</a:t>
            </a:r>
            <a:r>
              <a:rPr lang="en-GB" sz="1600" dirty="0" err="1"/>
              <a:t>n_actions</a:t>
            </a:r>
            <a:r>
              <a:rPr lang="en-GB" sz="1600" dirty="0"/>
              <a:t>)</a:t>
            </a:r>
          </a:p>
          <a:p>
            <a:pPr lvl="2"/>
            <a:r>
              <a:rPr lang="en-GB" sz="1600" dirty="0" err="1"/>
              <a:t>število</a:t>
            </a:r>
            <a:r>
              <a:rPr lang="en-GB" sz="1600" dirty="0"/>
              <a:t> </a:t>
            </a:r>
            <a:r>
              <a:rPr lang="en-GB" sz="1600" dirty="0" err="1"/>
              <a:t>nevronov</a:t>
            </a:r>
            <a:r>
              <a:rPr lang="en-GB" sz="1600" dirty="0"/>
              <a:t> </a:t>
            </a:r>
            <a:r>
              <a:rPr lang="en-GB" sz="1600" dirty="0" err="1"/>
              <a:t>na</a:t>
            </a:r>
            <a:r>
              <a:rPr lang="en-GB" sz="1600" dirty="0"/>
              <a:t> </a:t>
            </a:r>
            <a:r>
              <a:rPr lang="en-GB" sz="1600" dirty="0" err="1"/>
              <a:t>skriti</a:t>
            </a:r>
            <a:r>
              <a:rPr lang="en-GB" sz="1600" dirty="0"/>
              <a:t> </a:t>
            </a:r>
            <a:r>
              <a:rPr lang="en-GB" sz="1600" dirty="0" err="1"/>
              <a:t>plasti</a:t>
            </a:r>
            <a:r>
              <a:rPr lang="en-GB" sz="1600" dirty="0"/>
              <a:t> (</a:t>
            </a:r>
            <a:r>
              <a:rPr lang="en-GB" sz="1600" dirty="0" err="1"/>
              <a:t>n_hidden</a:t>
            </a:r>
            <a:r>
              <a:rPr lang="en-GB" sz="1600" dirty="0"/>
              <a:t>)</a:t>
            </a:r>
          </a:p>
          <a:p>
            <a:pPr lvl="1"/>
            <a:r>
              <a:rPr lang="en-SI" sz="2000" dirty="0" err="1"/>
              <a:t>Polno</a:t>
            </a:r>
            <a:r>
              <a:rPr lang="en-SI" sz="2000" dirty="0"/>
              <a:t> </a:t>
            </a:r>
            <a:r>
              <a:rPr lang="en-SI" sz="2000" dirty="0" err="1"/>
              <a:t>povezana</a:t>
            </a:r>
            <a:r>
              <a:rPr lang="en-SI" sz="2000" dirty="0"/>
              <a:t> </a:t>
            </a:r>
            <a:r>
              <a:rPr lang="en-SI" sz="2000" dirty="0" err="1"/>
              <a:t>plast</a:t>
            </a:r>
            <a:r>
              <a:rPr lang="en-SI" sz="2000" dirty="0"/>
              <a:t> </a:t>
            </a:r>
            <a:r>
              <a:rPr lang="en-GB" sz="2000" dirty="0"/>
              <a:t>(</a:t>
            </a:r>
            <a:r>
              <a:rPr lang="en-GB" sz="2000" dirty="0" err="1"/>
              <a:t>n_states</a:t>
            </a:r>
            <a:r>
              <a:rPr lang="en-GB" sz="2000" dirty="0"/>
              <a:t>, </a:t>
            </a:r>
            <a:r>
              <a:rPr lang="en-GB" sz="2000" dirty="0" err="1"/>
              <a:t>n_hidden</a:t>
            </a:r>
            <a:r>
              <a:rPr lang="en-GB" sz="2000" dirty="0"/>
              <a:t>) + </a:t>
            </a:r>
            <a:r>
              <a:rPr lang="en-GB" sz="2000" dirty="0" err="1"/>
              <a:t>aktivacijska</a:t>
            </a:r>
            <a:r>
              <a:rPr lang="en-GB" sz="2000" dirty="0"/>
              <a:t> </a:t>
            </a:r>
            <a:r>
              <a:rPr lang="en-GB" sz="2000" dirty="0" err="1"/>
              <a:t>funkcija</a:t>
            </a:r>
            <a:r>
              <a:rPr lang="en-GB" sz="2000" dirty="0"/>
              <a:t> </a:t>
            </a:r>
            <a:r>
              <a:rPr lang="en-GB" sz="2000" dirty="0" err="1"/>
              <a:t>ReLU</a:t>
            </a:r>
            <a:r>
              <a:rPr lang="en-GB" sz="2000" dirty="0"/>
              <a:t> </a:t>
            </a:r>
            <a:r>
              <a:rPr lang="en-GB" sz="2000" dirty="0">
                <a:solidFill>
                  <a:srgbClr val="0070C0"/>
                </a:solidFill>
              </a:rPr>
              <a:t>[</a:t>
            </a:r>
            <a:r>
              <a:rPr lang="en-GB" sz="2000" dirty="0" err="1">
                <a:solidFill>
                  <a:srgbClr val="0070C0"/>
                </a:solidFill>
              </a:rPr>
              <a:t>vhodna</a:t>
            </a:r>
            <a:r>
              <a:rPr lang="en-SI" sz="2000" dirty="0">
                <a:solidFill>
                  <a:srgbClr val="0070C0"/>
                </a:solidFill>
              </a:rPr>
              <a:t>]</a:t>
            </a:r>
            <a:endParaRPr lang="en-GB" sz="2000" dirty="0">
              <a:solidFill>
                <a:srgbClr val="0070C0"/>
              </a:solidFill>
            </a:endParaRPr>
          </a:p>
          <a:p>
            <a:pPr lvl="1"/>
            <a:r>
              <a:rPr lang="en-SI" sz="2000" dirty="0" err="1"/>
              <a:t>Polno</a:t>
            </a:r>
            <a:r>
              <a:rPr lang="en-SI" sz="2000" dirty="0"/>
              <a:t> </a:t>
            </a:r>
            <a:r>
              <a:rPr lang="en-SI" sz="2000" dirty="0" err="1"/>
              <a:t>povezana</a:t>
            </a:r>
            <a:r>
              <a:rPr lang="en-GB" sz="2000" dirty="0"/>
              <a:t> </a:t>
            </a:r>
            <a:r>
              <a:rPr lang="en-GB" sz="2000" dirty="0" err="1"/>
              <a:t>plast</a:t>
            </a:r>
            <a:r>
              <a:rPr lang="en-GB" sz="2000" dirty="0"/>
              <a:t> (</a:t>
            </a:r>
            <a:r>
              <a:rPr lang="en-GB" sz="2000" dirty="0" err="1"/>
              <a:t>n_hidden</a:t>
            </a:r>
            <a:r>
              <a:rPr lang="en-GB" sz="2000" dirty="0"/>
              <a:t>, </a:t>
            </a:r>
            <a:r>
              <a:rPr lang="en-GB" sz="2000" dirty="0" err="1"/>
              <a:t>n_hidden</a:t>
            </a:r>
            <a:r>
              <a:rPr lang="en-GB" sz="2000" dirty="0"/>
              <a:t>) + </a:t>
            </a:r>
            <a:r>
              <a:rPr lang="en-GB" sz="2000" dirty="0" err="1"/>
              <a:t>aktivacijska</a:t>
            </a:r>
            <a:r>
              <a:rPr lang="en-GB" sz="2000" dirty="0"/>
              <a:t> </a:t>
            </a:r>
            <a:r>
              <a:rPr lang="en-GB" sz="2000" dirty="0" err="1"/>
              <a:t>funkcija</a:t>
            </a:r>
            <a:r>
              <a:rPr lang="en-GB" sz="2000" dirty="0"/>
              <a:t> </a:t>
            </a:r>
            <a:r>
              <a:rPr lang="en-GB" sz="2000" dirty="0" err="1"/>
              <a:t>ReLU</a:t>
            </a:r>
            <a:r>
              <a:rPr lang="en-GB" sz="2000" dirty="0"/>
              <a:t> </a:t>
            </a:r>
            <a:r>
              <a:rPr lang="en-GB" sz="2000" dirty="0">
                <a:solidFill>
                  <a:srgbClr val="7030A0"/>
                </a:solidFill>
              </a:rPr>
              <a:t>[</a:t>
            </a:r>
            <a:r>
              <a:rPr lang="en-GB" sz="2000" dirty="0" err="1">
                <a:solidFill>
                  <a:srgbClr val="7030A0"/>
                </a:solidFill>
              </a:rPr>
              <a:t>skrita</a:t>
            </a:r>
            <a:r>
              <a:rPr lang="en-SI" sz="2000" dirty="0">
                <a:solidFill>
                  <a:srgbClr val="7030A0"/>
                </a:solidFill>
              </a:rPr>
              <a:t>]</a:t>
            </a:r>
            <a:endParaRPr lang="en-GB" sz="2000" dirty="0">
              <a:solidFill>
                <a:srgbClr val="7030A0"/>
              </a:solidFill>
            </a:endParaRPr>
          </a:p>
          <a:p>
            <a:pPr lvl="1"/>
            <a:r>
              <a:rPr lang="en-SI" sz="2000" dirty="0" err="1"/>
              <a:t>Polno</a:t>
            </a:r>
            <a:r>
              <a:rPr lang="en-SI" sz="2000" dirty="0"/>
              <a:t> </a:t>
            </a:r>
            <a:r>
              <a:rPr lang="en-SI" sz="2000" dirty="0" err="1"/>
              <a:t>povezana</a:t>
            </a:r>
            <a:r>
              <a:rPr lang="en-GB" sz="2000" dirty="0"/>
              <a:t> </a:t>
            </a:r>
            <a:r>
              <a:rPr lang="en-GB" sz="2000" dirty="0" err="1"/>
              <a:t>plast</a:t>
            </a:r>
            <a:r>
              <a:rPr lang="en-GB" sz="2000" dirty="0"/>
              <a:t> (</a:t>
            </a:r>
            <a:r>
              <a:rPr lang="en-GB" sz="2000" dirty="0" err="1"/>
              <a:t>n_hidden</a:t>
            </a:r>
            <a:r>
              <a:rPr lang="en-GB" sz="2000" dirty="0"/>
              <a:t>, </a:t>
            </a:r>
            <a:r>
              <a:rPr lang="en-GB" sz="2000" dirty="0" err="1"/>
              <a:t>n_actions</a:t>
            </a:r>
            <a:r>
              <a:rPr lang="en-GB" sz="2000" dirty="0"/>
              <a:t>) </a:t>
            </a:r>
            <a:r>
              <a:rPr lang="en-GB" sz="2000" dirty="0">
                <a:solidFill>
                  <a:srgbClr val="C00000"/>
                </a:solidFill>
              </a:rPr>
              <a:t>[</a:t>
            </a:r>
            <a:r>
              <a:rPr lang="en-GB" sz="2000" dirty="0" err="1">
                <a:solidFill>
                  <a:srgbClr val="C00000"/>
                </a:solidFill>
              </a:rPr>
              <a:t>izhodna</a:t>
            </a:r>
            <a:r>
              <a:rPr lang="en-GB" sz="2000" dirty="0">
                <a:solidFill>
                  <a:srgbClr val="C00000"/>
                </a:solidFill>
              </a:rPr>
              <a:t>]</a:t>
            </a:r>
          </a:p>
          <a:p>
            <a:r>
              <a:rPr lang="en-GB" sz="2400" dirty="0" err="1"/>
              <a:t>Dve</a:t>
            </a:r>
            <a:r>
              <a:rPr lang="en-GB" sz="2400" dirty="0"/>
              <a:t> Q-</a:t>
            </a:r>
            <a:r>
              <a:rPr lang="en-GB" sz="2400" dirty="0" err="1"/>
              <a:t>mreži</a:t>
            </a:r>
            <a:r>
              <a:rPr lang="en-GB" sz="2400" dirty="0"/>
              <a:t>, ki </a:t>
            </a:r>
            <a:r>
              <a:rPr lang="en-GB" sz="2400" dirty="0" err="1"/>
              <a:t>ju</a:t>
            </a:r>
            <a:r>
              <a:rPr lang="en-GB" sz="2400" dirty="0"/>
              <a:t> </a:t>
            </a:r>
            <a:r>
              <a:rPr lang="en-GB" sz="2400" dirty="0" err="1"/>
              <a:t>bo</a:t>
            </a:r>
            <a:r>
              <a:rPr lang="en-GB" sz="2400" dirty="0"/>
              <a:t> </a:t>
            </a:r>
            <a:r>
              <a:rPr lang="en-GB" sz="2400" dirty="0" err="1"/>
              <a:t>uporabljal</a:t>
            </a:r>
            <a:r>
              <a:rPr lang="en-GB" sz="2400" dirty="0"/>
              <a:t> agent</a:t>
            </a:r>
          </a:p>
          <a:p>
            <a:pPr lvl="1"/>
            <a:r>
              <a:rPr lang="en-GB" sz="2000" dirty="0"/>
              <a:t>Agent </a:t>
            </a:r>
            <a:r>
              <a:rPr lang="en-GB" sz="2000" dirty="0" err="1"/>
              <a:t>vsebuje</a:t>
            </a:r>
            <a:r>
              <a:rPr lang="en-GB" sz="2000" dirty="0"/>
              <a:t> </a:t>
            </a:r>
            <a:r>
              <a:rPr lang="en-GB" sz="2000" dirty="0" err="1"/>
              <a:t>tudi</a:t>
            </a:r>
            <a:r>
              <a:rPr lang="en-GB" sz="2000" dirty="0"/>
              <a:t> </a:t>
            </a:r>
            <a:r>
              <a:rPr lang="en-GB" sz="2000" dirty="0" err="1"/>
              <a:t>parametre</a:t>
            </a:r>
            <a:r>
              <a:rPr lang="en-GB" sz="2000" dirty="0"/>
              <a:t> </a:t>
            </a:r>
            <a:r>
              <a:rPr lang="en-GB" sz="2000" dirty="0" err="1"/>
              <a:t>učenja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204155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grada številke diapozitiva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69A43B6-4A72-4A6E-B3BC-4E1A4B5DD1B6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3" name="Naslov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Zasnova</a:t>
            </a:r>
            <a:r>
              <a:rPr lang="en-GB" dirty="0"/>
              <a:t> </a:t>
            </a:r>
            <a:r>
              <a:rPr lang="en-GB" dirty="0" err="1"/>
              <a:t>agenta</a:t>
            </a:r>
            <a:endParaRPr lang="sl-SI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grada vsebine 3"/>
              <p:cNvSpPr>
                <a:spLocks noGrp="1"/>
              </p:cNvSpPr>
              <p:nvPr>
                <p:ph idx="1"/>
              </p:nvPr>
            </p:nvSpPr>
            <p:spPr>
              <a:xfrm>
                <a:off x="0" y="1484784"/>
                <a:ext cx="9144000" cy="4608512"/>
              </a:xfrm>
              <a:ln>
                <a:noFill/>
              </a:ln>
            </p:spPr>
            <p:txBody>
              <a:bodyPr/>
              <a:lstStyle/>
              <a:p>
                <a:r>
                  <a:rPr lang="en-GB" sz="2400" dirty="0" err="1"/>
                  <a:t>Dve</a:t>
                </a:r>
                <a:r>
                  <a:rPr lang="en-GB" sz="2400" dirty="0"/>
                  <a:t> Q-</a:t>
                </a:r>
                <a:r>
                  <a:rPr lang="en-GB" sz="2400" dirty="0" err="1"/>
                  <a:t>mreži</a:t>
                </a:r>
                <a:r>
                  <a:rPr lang="en-GB" sz="2400" dirty="0"/>
                  <a:t> </a:t>
                </a:r>
              </a:p>
              <a:p>
                <a:r>
                  <a:rPr lang="en-GB" sz="2400" dirty="0" err="1"/>
                  <a:t>Uporabite</a:t>
                </a:r>
                <a:r>
                  <a:rPr lang="en-GB" sz="2400" dirty="0"/>
                  <a:t> </a:t>
                </a:r>
                <a:r>
                  <a:rPr lang="en-GB" sz="2400" dirty="0" err="1"/>
                  <a:t>optimizacijski</a:t>
                </a:r>
                <a:r>
                  <a:rPr lang="en-GB" sz="2400" dirty="0"/>
                  <a:t> </a:t>
                </a:r>
                <a:r>
                  <a:rPr lang="en-GB" sz="2400" dirty="0" err="1"/>
                  <a:t>algoritem</a:t>
                </a:r>
                <a:r>
                  <a:rPr lang="en-GB" sz="2400" dirty="0"/>
                  <a:t> Adam</a:t>
                </a:r>
              </a:p>
              <a:p>
                <a:r>
                  <a:rPr lang="en-GB" sz="2400" dirty="0" err="1"/>
                  <a:t>Priporočam</a:t>
                </a:r>
                <a:r>
                  <a:rPr lang="en-GB" sz="2400" dirty="0"/>
                  <a:t> </a:t>
                </a:r>
                <a:r>
                  <a:rPr lang="en-GB" sz="2400" dirty="0" err="1"/>
                  <a:t>uporabo</a:t>
                </a:r>
                <a:r>
                  <a:rPr lang="en-GB" sz="2400" dirty="0"/>
                  <a:t> </a:t>
                </a:r>
                <a:r>
                  <a:rPr lang="en-GB" sz="2400" dirty="0" err="1"/>
                  <a:t>funkcije</a:t>
                </a:r>
                <a:r>
                  <a:rPr lang="en-GB" sz="2400" dirty="0"/>
                  <a:t> </a:t>
                </a:r>
                <a:r>
                  <a:rPr lang="en-GB" sz="2400" dirty="0" err="1"/>
                  <a:t>izgube</a:t>
                </a:r>
                <a:r>
                  <a:rPr lang="en-GB" sz="2400" dirty="0"/>
                  <a:t> MSE </a:t>
                </a:r>
                <a:r>
                  <a:rPr lang="en-GB" sz="2400" i="1" dirty="0"/>
                  <a:t>(ang. mean squared error)</a:t>
                </a:r>
                <a:endParaRPr lang="en-GB" sz="2400" dirty="0"/>
              </a:p>
              <a:p>
                <a:r>
                  <a:rPr lang="en-GB" sz="2400" dirty="0" err="1"/>
                  <a:t>Implementacija</a:t>
                </a:r>
                <a:r>
                  <a:rPr lang="en-GB" sz="2400" dirty="0"/>
                  <a:t> </a:t>
                </a:r>
                <a:r>
                  <a:rPr lang="en-GB" sz="2400" dirty="0" err="1"/>
                  <a:t>spomina</a:t>
                </a:r>
                <a:r>
                  <a:rPr lang="en-GB" sz="2400" dirty="0"/>
                  <a:t> </a:t>
                </a:r>
                <a:r>
                  <a:rPr lang="en-GB" sz="2400" i="1" dirty="0"/>
                  <a:t>(ang. memory oz. experience replay)</a:t>
                </a:r>
                <a:endParaRPr lang="en-GB" sz="2400" dirty="0"/>
              </a:p>
              <a:p>
                <a:pPr lvl="1"/>
                <a:r>
                  <a:rPr lang="en-GB" sz="2000" dirty="0" err="1"/>
                  <a:t>Priporočam</a:t>
                </a:r>
                <a:r>
                  <a:rPr lang="en-GB" sz="2000" dirty="0"/>
                  <a:t> Python </a:t>
                </a:r>
                <a:r>
                  <a:rPr lang="en-GB" sz="2000" i="1" dirty="0"/>
                  <a:t>deque</a:t>
                </a:r>
                <a:endParaRPr lang="en-GB" sz="2000" dirty="0"/>
              </a:p>
              <a:p>
                <a:r>
                  <a:rPr lang="en-GB" sz="2400" dirty="0" err="1">
                    <a:solidFill>
                      <a:schemeClr val="tx1"/>
                    </a:solidFill>
                  </a:rPr>
                  <a:t>Implementacija</a:t>
                </a:r>
                <a:r>
                  <a:rPr lang="en-GB" sz="2400" dirty="0">
                    <a:solidFill>
                      <a:schemeClr val="tx1"/>
                    </a:solidFill>
                  </a:rPr>
                  <a:t> </a:t>
                </a:r>
                <a:r>
                  <a:rPr lang="en-GB" sz="2400" dirty="0" err="1">
                    <a:solidFill>
                      <a:schemeClr val="tx1"/>
                    </a:solidFill>
                  </a:rPr>
                  <a:t>učenja</a:t>
                </a:r>
                <a:endParaRPr lang="en-GB" sz="240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GB" sz="2000" dirty="0" err="1">
                    <a:solidFill>
                      <a:schemeClr val="tx1"/>
                    </a:solidFill>
                  </a:rPr>
                  <a:t>Bellmanova</a:t>
                </a:r>
                <a:r>
                  <a:rPr lang="en-GB" sz="2000" dirty="0">
                    <a:solidFill>
                      <a:schemeClr val="tx1"/>
                    </a:solidFill>
                  </a:rPr>
                  <a:t> </a:t>
                </a:r>
                <a:r>
                  <a:rPr lang="en-GB" sz="2000" dirty="0" err="1">
                    <a:solidFill>
                      <a:schemeClr val="tx1"/>
                    </a:solidFill>
                  </a:rPr>
                  <a:t>enačba</a:t>
                </a:r>
                <a:r>
                  <a:rPr lang="en-GB" sz="2000" dirty="0">
                    <a:solidFill>
                      <a:schemeClr val="tx1"/>
                    </a:solidFill>
                  </a:rPr>
                  <a:t> in </a:t>
                </a:r>
                <a:r>
                  <a:rPr lang="en-GB" sz="2000" dirty="0" err="1">
                    <a:solidFill>
                      <a:schemeClr val="tx1"/>
                    </a:solidFill>
                  </a:rPr>
                  <a:t>korak</a:t>
                </a:r>
                <a:r>
                  <a:rPr lang="en-GB" sz="2000" dirty="0">
                    <a:solidFill>
                      <a:schemeClr val="tx1"/>
                    </a:solidFill>
                  </a:rPr>
                  <a:t> </a:t>
                </a:r>
                <a:r>
                  <a:rPr lang="en-GB" sz="2000" dirty="0" err="1">
                    <a:solidFill>
                      <a:schemeClr val="tx1"/>
                    </a:solidFill>
                  </a:rPr>
                  <a:t>učenja</a:t>
                </a:r>
                <a:r>
                  <a:rPr lang="en-GB" sz="2000" dirty="0">
                    <a:solidFill>
                      <a:schemeClr val="tx1"/>
                    </a:solidFill>
                  </a:rPr>
                  <a:t> </a:t>
                </a:r>
                <a:r>
                  <a:rPr lang="en-GB" sz="2000" dirty="0" err="1">
                    <a:solidFill>
                      <a:schemeClr val="tx1"/>
                    </a:solidFill>
                  </a:rPr>
                  <a:t>nevronske</a:t>
                </a:r>
                <a:r>
                  <a:rPr lang="en-GB" sz="2000" dirty="0">
                    <a:solidFill>
                      <a:schemeClr val="tx1"/>
                    </a:solidFill>
                  </a:rPr>
                  <a:t> </a:t>
                </a:r>
                <a:r>
                  <a:rPr lang="en-GB" sz="2000" dirty="0" err="1">
                    <a:solidFill>
                      <a:schemeClr val="tx1"/>
                    </a:solidFill>
                  </a:rPr>
                  <a:t>mreže</a:t>
                </a:r>
                <a:endParaRPr lang="en-GB" sz="2000" dirty="0">
                  <a:solidFill>
                    <a:schemeClr val="tx1"/>
                  </a:solidFill>
                </a:endParaRPr>
              </a:p>
              <a:p>
                <a:r>
                  <a:rPr lang="en-GB" sz="2400" dirty="0" err="1"/>
                  <a:t>Implementacija</a:t>
                </a:r>
                <a:r>
                  <a:rPr lang="en-GB" sz="2400" dirty="0"/>
                  <a:t> </a:t>
                </a:r>
                <a:r>
                  <a:rPr lang="en-GB" sz="2400" dirty="0" err="1"/>
                  <a:t>pridobivanja</a:t>
                </a:r>
                <a:r>
                  <a:rPr lang="en-GB" sz="2400" dirty="0"/>
                  <a:t> </a:t>
                </a:r>
                <a:r>
                  <a:rPr lang="en-GB" sz="2400" dirty="0" err="1"/>
                  <a:t>akcije</a:t>
                </a:r>
                <a:endParaRPr lang="en-GB" sz="2400" dirty="0"/>
              </a:p>
              <a:p>
                <a:pPr lvl="1"/>
                <a14:m>
                  <m:oMath xmlns:m="http://schemas.openxmlformats.org/officeDocument/2006/math">
                    <m:r>
                      <a:rPr lang="el-GR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sl-SI" sz="2000" dirty="0">
                    <a:solidFill>
                      <a:schemeClr val="tx1"/>
                    </a:solidFill>
                  </a:rPr>
                  <a:t>-požrešni pravilnik</a:t>
                </a:r>
                <a:r>
                  <a:rPr lang="en-GB" sz="2000" dirty="0">
                    <a:solidFill>
                      <a:schemeClr val="tx1"/>
                    </a:solidFill>
                  </a:rPr>
                  <a:t> </a:t>
                </a:r>
                <a:r>
                  <a:rPr lang="en-GB" sz="2000" i="1" dirty="0">
                    <a:solidFill>
                      <a:schemeClr val="tx1"/>
                    </a:solidFill>
                  </a:rPr>
                  <a:t>(</a:t>
                </a:r>
                <a:r>
                  <a:rPr lang="en-SI" sz="2000" i="1">
                    <a:solidFill>
                      <a:schemeClr val="tx1"/>
                    </a:solidFill>
                  </a:rPr>
                  <a:t>ang. </a:t>
                </a:r>
                <a:r>
                  <a:rPr lang="en-GB" sz="2000" i="1">
                    <a:solidFill>
                      <a:schemeClr val="tx1"/>
                    </a:solidFill>
                  </a:rPr>
                  <a:t>epsilon </a:t>
                </a:r>
                <a:r>
                  <a:rPr lang="en-GB" sz="2000" i="1" dirty="0">
                    <a:solidFill>
                      <a:schemeClr val="tx1"/>
                    </a:solidFill>
                  </a:rPr>
                  <a:t>greedy policy)</a:t>
                </a:r>
              </a:p>
              <a:p>
                <a:r>
                  <a:rPr lang="en-GB" sz="2400" dirty="0" err="1">
                    <a:solidFill>
                      <a:srgbClr val="0070C0"/>
                    </a:solidFill>
                  </a:rPr>
                  <a:t>Namig</a:t>
                </a:r>
                <a:r>
                  <a:rPr lang="en-GB" sz="2400" dirty="0">
                    <a:solidFill>
                      <a:srgbClr val="0070C0"/>
                    </a:solidFill>
                  </a:rPr>
                  <a:t>:</a:t>
                </a:r>
                <a:r>
                  <a:rPr lang="en-GB" sz="2400" dirty="0"/>
                  <a:t> </a:t>
                </a:r>
                <a:r>
                  <a:rPr lang="en-GB" sz="2400" dirty="0" err="1"/>
                  <a:t>okolja</a:t>
                </a:r>
                <a:r>
                  <a:rPr lang="en-GB" sz="2400" dirty="0"/>
                  <a:t> v OpenAI Gym/Gymnasium </a:t>
                </a:r>
                <a:r>
                  <a:rPr lang="en-GB" sz="2400" dirty="0" err="1"/>
                  <a:t>vračajo</a:t>
                </a:r>
                <a:r>
                  <a:rPr lang="en-GB" sz="2400" dirty="0"/>
                  <a:t> </a:t>
                </a:r>
                <a:r>
                  <a:rPr lang="en-GB" sz="2400" dirty="0" err="1"/>
                  <a:t>množico</a:t>
                </a:r>
                <a:r>
                  <a:rPr lang="en-GB" sz="2400" dirty="0"/>
                  <a:t> </a:t>
                </a:r>
                <a:r>
                  <a:rPr lang="en-GB" sz="2400" dirty="0" err="1"/>
                  <a:t>podatkov</a:t>
                </a:r>
                <a:endParaRPr lang="en-GB" sz="2400" dirty="0"/>
              </a:p>
              <a:p>
                <a:pPr lvl="1"/>
                <a:r>
                  <a:rPr lang="en-GB" sz="2000" dirty="0" err="1">
                    <a:solidFill>
                      <a:schemeClr val="tx1"/>
                    </a:solidFill>
                  </a:rPr>
                  <a:t>Začetno</a:t>
                </a:r>
                <a:r>
                  <a:rPr lang="en-GB" sz="2000" dirty="0">
                    <a:solidFill>
                      <a:schemeClr val="tx1"/>
                    </a:solidFill>
                  </a:rPr>
                  <a:t> </a:t>
                </a:r>
                <a:r>
                  <a:rPr lang="en-GB" sz="2000" dirty="0" err="1">
                    <a:solidFill>
                      <a:schemeClr val="tx1"/>
                    </a:solidFill>
                  </a:rPr>
                  <a:t>stanje</a:t>
                </a:r>
                <a:r>
                  <a:rPr lang="en-GB" sz="2000" dirty="0">
                    <a:solidFill>
                      <a:schemeClr val="tx1"/>
                    </a:solidFill>
                  </a:rPr>
                  <a:t>, </a:t>
                </a:r>
                <a:r>
                  <a:rPr lang="en-GB" sz="2000" dirty="0" err="1">
                    <a:solidFill>
                      <a:schemeClr val="tx1"/>
                    </a:solidFill>
                  </a:rPr>
                  <a:t>ak</a:t>
                </a:r>
                <a:r>
                  <a:rPr lang="en-GB" sz="2000" dirty="0" err="1"/>
                  <a:t>cija</a:t>
                </a:r>
                <a:r>
                  <a:rPr lang="en-GB" sz="2000" dirty="0"/>
                  <a:t>, </a:t>
                </a:r>
                <a:r>
                  <a:rPr lang="en-GB" sz="2000" dirty="0" err="1"/>
                  <a:t>nagrada</a:t>
                </a:r>
                <a:r>
                  <a:rPr lang="en-GB" sz="2000" dirty="0"/>
                  <a:t>, </a:t>
                </a:r>
                <a:r>
                  <a:rPr lang="en-GB" sz="2000" dirty="0" err="1"/>
                  <a:t>naslednje</a:t>
                </a:r>
                <a:r>
                  <a:rPr lang="en-GB" sz="2000" dirty="0"/>
                  <a:t> </a:t>
                </a:r>
                <a:r>
                  <a:rPr lang="en-GB" sz="2000" dirty="0" err="1"/>
                  <a:t>stanje</a:t>
                </a:r>
                <a:r>
                  <a:rPr lang="en-GB" sz="2000" dirty="0"/>
                  <a:t>, </a:t>
                </a:r>
                <a:r>
                  <a:rPr lang="en-GB" sz="2000" dirty="0" err="1"/>
                  <a:t>konec</a:t>
                </a:r>
                <a:endParaRPr lang="en-GB" sz="2000" dirty="0"/>
              </a:p>
              <a:p>
                <a:pPr lvl="1"/>
                <a:r>
                  <a:rPr lang="en-GB" sz="2000" dirty="0" err="1"/>
                  <a:t>Implementirajte</a:t>
                </a:r>
                <a:r>
                  <a:rPr lang="en-GB" sz="2000" dirty="0"/>
                  <a:t> </a:t>
                </a:r>
                <a:r>
                  <a:rPr lang="en-GB" sz="2000" dirty="0" err="1"/>
                  <a:t>spomin</a:t>
                </a:r>
                <a:r>
                  <a:rPr lang="en-GB" sz="2000" dirty="0"/>
                  <a:t> </a:t>
                </a:r>
                <a:r>
                  <a:rPr lang="en-GB" sz="2000" dirty="0" err="1"/>
                  <a:t>tako</a:t>
                </a:r>
                <a:r>
                  <a:rPr lang="en-GB" sz="2000" dirty="0"/>
                  <a:t>, da </a:t>
                </a:r>
                <a:r>
                  <a:rPr lang="en-GB" sz="2000" dirty="0" err="1"/>
                  <a:t>shranite</a:t>
                </a:r>
                <a:r>
                  <a:rPr lang="en-GB" sz="2000" dirty="0"/>
                  <a:t> </a:t>
                </a:r>
                <a:r>
                  <a:rPr lang="en-GB" sz="2000" dirty="0" err="1"/>
                  <a:t>vse</a:t>
                </a:r>
                <a:r>
                  <a:rPr lang="en-GB" sz="2000" dirty="0"/>
                  <a:t> </a:t>
                </a:r>
                <a:r>
                  <a:rPr lang="en-GB" sz="2000" dirty="0" err="1"/>
                  <a:t>zgornje</a:t>
                </a:r>
                <a:r>
                  <a:rPr lang="en-GB" sz="2000" dirty="0"/>
                  <a:t> </a:t>
                </a:r>
                <a:r>
                  <a:rPr lang="en-GB" sz="2000" dirty="0" err="1"/>
                  <a:t>podatke</a:t>
                </a:r>
                <a:endParaRPr lang="en-GB" sz="2000" dirty="0"/>
              </a:p>
              <a:p>
                <a:pPr lvl="2"/>
                <a:r>
                  <a:rPr lang="en-GB" sz="1600" dirty="0"/>
                  <a:t>To </a:t>
                </a:r>
                <a:r>
                  <a:rPr lang="en-GB" sz="1600" dirty="0" err="1"/>
                  <a:t>upoštevajte</a:t>
                </a:r>
                <a:r>
                  <a:rPr lang="en-GB" sz="1600" dirty="0"/>
                  <a:t> </a:t>
                </a:r>
                <a:r>
                  <a:rPr lang="en-GB" sz="1600" dirty="0" err="1"/>
                  <a:t>tudi</a:t>
                </a:r>
                <a:r>
                  <a:rPr lang="en-GB" sz="1600" dirty="0"/>
                  <a:t> </a:t>
                </a:r>
                <a:r>
                  <a:rPr lang="en-GB" sz="1600" dirty="0" err="1"/>
                  <a:t>pri</a:t>
                </a:r>
                <a:r>
                  <a:rPr lang="en-GB" sz="1600" dirty="0"/>
                  <a:t> </a:t>
                </a:r>
                <a:r>
                  <a:rPr lang="en-GB" sz="1600" dirty="0" err="1"/>
                  <a:t>implementaciji</a:t>
                </a:r>
                <a:r>
                  <a:rPr lang="en-GB" sz="1600" dirty="0"/>
                  <a:t> </a:t>
                </a:r>
                <a:r>
                  <a:rPr lang="en-GB" sz="1600" dirty="0" err="1"/>
                  <a:t>učenja</a:t>
                </a:r>
                <a:endParaRPr lang="en-GB" sz="1600" dirty="0"/>
              </a:p>
              <a:p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grada vsebin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484784"/>
                <a:ext cx="9144000" cy="4608512"/>
              </a:xfrm>
              <a:blipFill>
                <a:blip r:embed="rId2"/>
                <a:stretch>
                  <a:fillRect l="-867" t="-1058" b="-148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9426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grada številke diapozitiva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69A43B6-4A72-4A6E-B3BC-4E1A4B5DD1B6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3" name="Naslov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Učenje</a:t>
            </a:r>
            <a:r>
              <a:rPr lang="en-GB" dirty="0"/>
              <a:t> </a:t>
            </a:r>
            <a:r>
              <a:rPr lang="en-GB" dirty="0" err="1"/>
              <a:t>modela</a:t>
            </a:r>
            <a:r>
              <a:rPr lang="en-GB" dirty="0"/>
              <a:t> in </a:t>
            </a:r>
            <a:r>
              <a:rPr lang="en-GB" dirty="0" err="1"/>
              <a:t>parametri</a:t>
            </a:r>
            <a:endParaRPr lang="sl-SI" dirty="0"/>
          </a:p>
        </p:txBody>
      </p:sp>
      <p:sp>
        <p:nvSpPr>
          <p:cNvPr id="4" name="Ograda vsebine 3"/>
          <p:cNvSpPr>
            <a:spLocks noGrp="1"/>
          </p:cNvSpPr>
          <p:nvPr>
            <p:ph idx="1"/>
          </p:nvPr>
        </p:nvSpPr>
        <p:spPr>
          <a:xfrm>
            <a:off x="0" y="1412776"/>
            <a:ext cx="9144000" cy="4608512"/>
          </a:xfrm>
          <a:ln>
            <a:noFill/>
          </a:ln>
        </p:spPr>
        <p:txBody>
          <a:bodyPr/>
          <a:lstStyle/>
          <a:p>
            <a:r>
              <a:rPr lang="en-GB" sz="2400" dirty="0" err="1"/>
              <a:t>Učenje</a:t>
            </a:r>
            <a:r>
              <a:rPr lang="en-GB" sz="2400" dirty="0"/>
              <a:t> </a:t>
            </a:r>
            <a:r>
              <a:rPr lang="en-GB" sz="2400" dirty="0" err="1"/>
              <a:t>poteka</a:t>
            </a:r>
            <a:r>
              <a:rPr lang="en-GB" sz="2400" dirty="0"/>
              <a:t> </a:t>
            </a:r>
            <a:r>
              <a:rPr lang="en-GB" sz="2400" dirty="0" err="1"/>
              <a:t>podobno</a:t>
            </a:r>
            <a:r>
              <a:rPr lang="en-GB" sz="2400" dirty="0"/>
              <a:t> </a:t>
            </a:r>
            <a:r>
              <a:rPr lang="en-GB" sz="2400" dirty="0" err="1"/>
              <a:t>kot</a:t>
            </a:r>
            <a:r>
              <a:rPr lang="en-GB" sz="2400" dirty="0"/>
              <a:t> </a:t>
            </a:r>
            <a:r>
              <a:rPr lang="en-GB" sz="2400" dirty="0" err="1"/>
              <a:t>pri</a:t>
            </a:r>
            <a:r>
              <a:rPr lang="en-GB" sz="2400" dirty="0"/>
              <a:t> Q-</a:t>
            </a:r>
            <a:r>
              <a:rPr lang="en-GB" sz="2400" dirty="0" err="1"/>
              <a:t>učenju</a:t>
            </a:r>
            <a:endParaRPr lang="en-GB" sz="2400" dirty="0"/>
          </a:p>
          <a:p>
            <a:pPr lvl="1"/>
            <a:r>
              <a:rPr lang="en-GB" sz="2000" dirty="0" err="1"/>
              <a:t>Dodatno</a:t>
            </a:r>
            <a:r>
              <a:rPr lang="en-GB" sz="2000" dirty="0"/>
              <a:t> po </a:t>
            </a:r>
            <a:r>
              <a:rPr lang="en-GB" sz="2000" dirty="0" err="1"/>
              <a:t>izvedbi</a:t>
            </a:r>
            <a:r>
              <a:rPr lang="en-GB" sz="2000" dirty="0"/>
              <a:t> </a:t>
            </a:r>
            <a:r>
              <a:rPr lang="en-GB" sz="2000" dirty="0" err="1"/>
              <a:t>akcije</a:t>
            </a:r>
            <a:r>
              <a:rPr lang="en-GB" sz="2000" dirty="0"/>
              <a:t> </a:t>
            </a:r>
            <a:r>
              <a:rPr lang="en-GB" sz="2000" dirty="0" err="1"/>
              <a:t>shranimo</a:t>
            </a:r>
            <a:r>
              <a:rPr lang="en-GB" sz="2000" dirty="0"/>
              <a:t> </a:t>
            </a:r>
            <a:r>
              <a:rPr lang="en-GB" sz="2000" dirty="0" err="1"/>
              <a:t>doživetje</a:t>
            </a:r>
            <a:r>
              <a:rPr lang="en-GB" sz="2000" dirty="0"/>
              <a:t> v </a:t>
            </a:r>
            <a:r>
              <a:rPr lang="en-GB" sz="2000" dirty="0" err="1"/>
              <a:t>spomin</a:t>
            </a:r>
            <a:r>
              <a:rPr lang="en-GB" sz="2000" dirty="0"/>
              <a:t>, </a:t>
            </a:r>
            <a:r>
              <a:rPr lang="en-GB" sz="2000" dirty="0" err="1"/>
              <a:t>kar</a:t>
            </a:r>
            <a:r>
              <a:rPr lang="en-GB" sz="2000" dirty="0"/>
              <a:t> </a:t>
            </a:r>
            <a:r>
              <a:rPr lang="en-GB" sz="2000" dirty="0" err="1"/>
              <a:t>sproži</a:t>
            </a:r>
            <a:r>
              <a:rPr lang="en-GB" sz="2000" dirty="0"/>
              <a:t> </a:t>
            </a:r>
            <a:r>
              <a:rPr lang="en-GB" sz="2000" dirty="0" err="1"/>
              <a:t>korak</a:t>
            </a:r>
            <a:r>
              <a:rPr lang="en-GB" sz="2000" dirty="0"/>
              <a:t> </a:t>
            </a:r>
            <a:r>
              <a:rPr lang="en-GB" sz="2000" dirty="0" err="1"/>
              <a:t>učenja</a:t>
            </a:r>
            <a:r>
              <a:rPr lang="en-GB" sz="2000" dirty="0"/>
              <a:t> </a:t>
            </a:r>
            <a:r>
              <a:rPr lang="en-GB" sz="2000" dirty="0" err="1"/>
              <a:t>obeh</a:t>
            </a:r>
            <a:r>
              <a:rPr lang="en-GB" sz="2000" dirty="0"/>
              <a:t> </a:t>
            </a:r>
            <a:r>
              <a:rPr lang="en-GB" sz="2000" dirty="0" err="1"/>
              <a:t>globokih</a:t>
            </a:r>
            <a:r>
              <a:rPr lang="en-GB" sz="2000" dirty="0"/>
              <a:t> Q-</a:t>
            </a:r>
            <a:r>
              <a:rPr lang="en-GB" sz="2000" dirty="0" err="1"/>
              <a:t>mrež</a:t>
            </a:r>
            <a:endParaRPr lang="en-GB" sz="2000" dirty="0"/>
          </a:p>
          <a:p>
            <a:r>
              <a:rPr lang="en-GB" sz="2400" dirty="0" err="1"/>
              <a:t>Priporočeni</a:t>
            </a:r>
            <a:r>
              <a:rPr lang="en-GB" sz="2400" dirty="0"/>
              <a:t> </a:t>
            </a:r>
            <a:r>
              <a:rPr lang="en-GB" sz="2400" dirty="0" err="1"/>
              <a:t>parametri</a:t>
            </a:r>
            <a:r>
              <a:rPr lang="en-GB" sz="2400" dirty="0"/>
              <a:t> </a:t>
            </a:r>
            <a:r>
              <a:rPr lang="en-GB" sz="2400" dirty="0" err="1"/>
              <a:t>agenta</a:t>
            </a:r>
            <a:endParaRPr lang="en-GB" sz="2400" dirty="0"/>
          </a:p>
          <a:p>
            <a:pPr lvl="1"/>
            <a:r>
              <a:rPr lang="en-GB" sz="2000" dirty="0" err="1"/>
              <a:t>batch_size</a:t>
            </a:r>
            <a:r>
              <a:rPr lang="en-GB" sz="2000" dirty="0"/>
              <a:t>: 128</a:t>
            </a:r>
          </a:p>
          <a:p>
            <a:pPr lvl="1"/>
            <a:r>
              <a:rPr lang="en-GB" sz="2000" dirty="0" err="1"/>
              <a:t>max_steps</a:t>
            </a:r>
            <a:r>
              <a:rPr lang="en-GB" sz="2000" dirty="0"/>
              <a:t>: 1000</a:t>
            </a:r>
          </a:p>
          <a:p>
            <a:pPr lvl="1"/>
            <a:r>
              <a:rPr lang="en-GB" sz="2000" dirty="0" err="1"/>
              <a:t>learning_rate</a:t>
            </a:r>
            <a:r>
              <a:rPr lang="en-GB" sz="2000" dirty="0"/>
              <a:t>: 0,001</a:t>
            </a:r>
          </a:p>
          <a:p>
            <a:pPr lvl="1"/>
            <a:r>
              <a:rPr lang="en-GB" sz="2000" dirty="0"/>
              <a:t>gamma: 0,99</a:t>
            </a:r>
          </a:p>
          <a:p>
            <a:pPr lvl="1"/>
            <a:r>
              <a:rPr lang="en-GB" sz="2000" dirty="0" err="1"/>
              <a:t>mem_size</a:t>
            </a:r>
            <a:r>
              <a:rPr lang="en-GB" sz="2000" dirty="0"/>
              <a:t>: 10000</a:t>
            </a:r>
          </a:p>
          <a:p>
            <a:pPr lvl="1"/>
            <a:r>
              <a:rPr lang="en-GB" sz="2000" dirty="0" err="1"/>
              <a:t>learn_step</a:t>
            </a:r>
            <a:r>
              <a:rPr lang="en-GB" sz="2000" dirty="0"/>
              <a:t>: 5</a:t>
            </a:r>
          </a:p>
          <a:p>
            <a:pPr lvl="1"/>
            <a:r>
              <a:rPr lang="en-GB" sz="2000" dirty="0"/>
              <a:t>tau: 0,001</a:t>
            </a:r>
          </a:p>
          <a:p>
            <a:r>
              <a:rPr lang="en-GB" sz="2400" dirty="0" err="1"/>
              <a:t>Učite</a:t>
            </a:r>
            <a:r>
              <a:rPr lang="en-GB" sz="2400" dirty="0"/>
              <a:t> </a:t>
            </a:r>
            <a:r>
              <a:rPr lang="en-GB" sz="2400" dirty="0" err="1"/>
              <a:t>vsaj</a:t>
            </a:r>
            <a:r>
              <a:rPr lang="en-GB" sz="2400" dirty="0"/>
              <a:t> 5000 </a:t>
            </a:r>
            <a:r>
              <a:rPr lang="en-GB" sz="2400" dirty="0" err="1"/>
              <a:t>epizod</a:t>
            </a:r>
            <a:r>
              <a:rPr lang="en-GB" sz="2400" dirty="0"/>
              <a:t>, </a:t>
            </a:r>
            <a:r>
              <a:rPr lang="en-GB" sz="2400" dirty="0" err="1"/>
              <a:t>ali</a:t>
            </a:r>
            <a:r>
              <a:rPr lang="en-GB" sz="2400" dirty="0"/>
              <a:t> </a:t>
            </a:r>
            <a:r>
              <a:rPr lang="en-GB" sz="2400" dirty="0" err="1"/>
              <a:t>dokler</a:t>
            </a:r>
            <a:r>
              <a:rPr lang="en-GB" sz="2400" dirty="0"/>
              <a:t> </a:t>
            </a:r>
            <a:r>
              <a:rPr lang="en-GB" sz="2400" dirty="0" err="1"/>
              <a:t>povprečna</a:t>
            </a:r>
            <a:r>
              <a:rPr lang="en-GB" sz="2400" dirty="0"/>
              <a:t> </a:t>
            </a:r>
            <a:r>
              <a:rPr lang="en-GB" sz="2400" dirty="0" err="1"/>
              <a:t>ocena</a:t>
            </a:r>
            <a:r>
              <a:rPr lang="en-GB" sz="2400" dirty="0"/>
              <a:t> </a:t>
            </a:r>
            <a:r>
              <a:rPr lang="en-GB" sz="2400" dirty="0" err="1"/>
              <a:t>zadnjih</a:t>
            </a:r>
            <a:r>
              <a:rPr lang="en-GB" sz="2400" dirty="0"/>
              <a:t> 100 </a:t>
            </a:r>
            <a:r>
              <a:rPr lang="en-GB" sz="2400" dirty="0" err="1"/>
              <a:t>korakov</a:t>
            </a:r>
            <a:r>
              <a:rPr lang="en-GB" sz="2400" dirty="0"/>
              <a:t> </a:t>
            </a:r>
            <a:r>
              <a:rPr lang="en-GB" sz="2400" dirty="0" err="1"/>
              <a:t>ni</a:t>
            </a:r>
            <a:r>
              <a:rPr lang="en-GB" sz="2400" dirty="0"/>
              <a:t> </a:t>
            </a:r>
            <a:r>
              <a:rPr lang="en-GB" sz="2400" dirty="0" err="1"/>
              <a:t>vsaj</a:t>
            </a:r>
            <a:r>
              <a:rPr lang="en-GB" sz="2400" dirty="0"/>
              <a:t> 250</a:t>
            </a:r>
            <a:endParaRPr lang="sl-SI" sz="2400" dirty="0"/>
          </a:p>
        </p:txBody>
      </p:sp>
    </p:spTree>
    <p:extLst>
      <p:ext uri="{BB962C8B-B14F-4D97-AF65-F5344CB8AC3E}">
        <p14:creationId xmlns:p14="http://schemas.microsoft.com/office/powerpoint/2010/main" val="2052955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video game screen with a purple robot and yellow flags&#10;&#10;Description automatically generated">
            <a:extLst>
              <a:ext uri="{FF2B5EF4-FFF2-40B4-BE49-F238E27FC236}">
                <a16:creationId xmlns:a16="http://schemas.microsoft.com/office/drawing/2014/main" id="{526F6B5B-F5C1-3BEF-F130-133FDD676E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4057" y="3373494"/>
            <a:ext cx="4780175" cy="3186783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69A43B6-4A72-4A6E-B3BC-4E1A4B5DD1B6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Pričakovani</a:t>
            </a:r>
            <a:r>
              <a:rPr lang="en-GB" dirty="0"/>
              <a:t> </a:t>
            </a:r>
            <a:r>
              <a:rPr lang="en-GB" dirty="0" err="1"/>
              <a:t>rezultati</a:t>
            </a:r>
            <a:endParaRPr lang="sl-SI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0" y="1628800"/>
            <a:ext cx="9144000" cy="4608512"/>
          </a:xfrm>
        </p:spPr>
        <p:txBody>
          <a:bodyPr/>
          <a:lstStyle/>
          <a:p>
            <a:r>
              <a:rPr lang="en-GB" sz="2400" dirty="0" err="1"/>
              <a:t>Izrišite</a:t>
            </a:r>
            <a:r>
              <a:rPr lang="en-GB" sz="2400" dirty="0"/>
              <a:t> </a:t>
            </a:r>
            <a:r>
              <a:rPr lang="en-GB" sz="2400" dirty="0" err="1"/>
              <a:t>graf</a:t>
            </a:r>
            <a:r>
              <a:rPr lang="en-GB" sz="2400" dirty="0"/>
              <a:t> </a:t>
            </a:r>
            <a:r>
              <a:rPr lang="en-GB" sz="2400" dirty="0" err="1"/>
              <a:t>ocen</a:t>
            </a:r>
            <a:r>
              <a:rPr lang="en-GB" sz="2400" dirty="0"/>
              <a:t> </a:t>
            </a:r>
            <a:r>
              <a:rPr lang="en-GB" sz="2400" dirty="0" err="1"/>
              <a:t>skozi</a:t>
            </a:r>
            <a:r>
              <a:rPr lang="en-GB" sz="2400" dirty="0"/>
              <a:t> </a:t>
            </a:r>
            <a:r>
              <a:rPr lang="en-GB" sz="2400" dirty="0" err="1"/>
              <a:t>epizode</a:t>
            </a:r>
            <a:endParaRPr lang="en-GB" sz="2400" dirty="0"/>
          </a:p>
          <a:p>
            <a:r>
              <a:rPr lang="en-GB" sz="2400" dirty="0"/>
              <a:t>Z </a:t>
            </a:r>
            <a:r>
              <a:rPr lang="en-GB" sz="2400" dirty="0" err="1"/>
              <a:t>naučenim</a:t>
            </a:r>
            <a:r>
              <a:rPr lang="en-GB" sz="2400" dirty="0"/>
              <a:t> </a:t>
            </a:r>
            <a:r>
              <a:rPr lang="en-GB" sz="2400" dirty="0" err="1"/>
              <a:t>modelom</a:t>
            </a:r>
            <a:r>
              <a:rPr lang="en-GB" sz="2400" dirty="0"/>
              <a:t> </a:t>
            </a:r>
            <a:r>
              <a:rPr lang="en-GB" sz="2400" dirty="0" err="1"/>
              <a:t>ustvarite</a:t>
            </a:r>
            <a:r>
              <a:rPr lang="en-GB" sz="2400" dirty="0"/>
              <a:t> </a:t>
            </a:r>
            <a:r>
              <a:rPr lang="en-GB" sz="2400" dirty="0" err="1"/>
              <a:t>animacijo</a:t>
            </a:r>
            <a:r>
              <a:rPr lang="en-GB" sz="2400" dirty="0"/>
              <a:t> GIF, ki </a:t>
            </a:r>
            <a:r>
              <a:rPr lang="en-GB" sz="2400" dirty="0" err="1"/>
              <a:t>prikazuje</a:t>
            </a:r>
            <a:r>
              <a:rPr lang="en-GB" sz="2400" dirty="0"/>
              <a:t> </a:t>
            </a:r>
            <a:r>
              <a:rPr lang="en-GB" sz="2400" dirty="0" err="1"/>
              <a:t>delovanje</a:t>
            </a:r>
            <a:endParaRPr lang="en-GB" sz="2400" dirty="0"/>
          </a:p>
          <a:p>
            <a:pPr lvl="1"/>
            <a:r>
              <a:rPr lang="en-GB" sz="2000" dirty="0" err="1"/>
              <a:t>Npr</a:t>
            </a:r>
            <a:r>
              <a:rPr lang="en-GB" sz="2000" dirty="0"/>
              <a:t>. 5 </a:t>
            </a:r>
            <a:r>
              <a:rPr lang="en-GB" sz="2000" dirty="0" err="1"/>
              <a:t>postavitev</a:t>
            </a:r>
            <a:r>
              <a:rPr lang="en-GB" sz="2000" dirty="0"/>
              <a:t>, </a:t>
            </a:r>
            <a:r>
              <a:rPr lang="en-GB" sz="2000" dirty="0" err="1"/>
              <a:t>vsaka</a:t>
            </a:r>
            <a:r>
              <a:rPr lang="en-GB" sz="2000" dirty="0"/>
              <a:t> s 500 </a:t>
            </a:r>
            <a:r>
              <a:rPr lang="en-GB" sz="2000" dirty="0" err="1"/>
              <a:t>koraki</a:t>
            </a:r>
            <a:r>
              <a:rPr lang="en-GB" sz="2000" dirty="0"/>
              <a:t> (</a:t>
            </a:r>
            <a:r>
              <a:rPr lang="en-GB" sz="2000" dirty="0" err="1"/>
              <a:t>glej</a:t>
            </a:r>
            <a:r>
              <a:rPr lang="en-GB" sz="2000" dirty="0"/>
              <a:t> </a:t>
            </a:r>
            <a:r>
              <a:rPr lang="en-GB" sz="2000" dirty="0" err="1"/>
              <a:t>spodnjo</a:t>
            </a:r>
            <a:r>
              <a:rPr lang="en-GB" sz="2000" dirty="0"/>
              <a:t> </a:t>
            </a:r>
            <a:r>
              <a:rPr lang="en-GB" sz="2000" dirty="0" err="1"/>
              <a:t>animacijo</a:t>
            </a:r>
            <a:r>
              <a:rPr lang="en-GB" sz="2000" dirty="0"/>
              <a:t>)</a:t>
            </a:r>
          </a:p>
          <a:p>
            <a:endParaRPr lang="en-GB" sz="2400" dirty="0"/>
          </a:p>
          <a:p>
            <a:pPr lvl="1"/>
            <a:endParaRPr lang="en-GB" sz="2000" dirty="0"/>
          </a:p>
        </p:txBody>
      </p:sp>
      <p:pic>
        <p:nvPicPr>
          <p:cNvPr id="6" name="Picture 5" descr="A graph showing a graph of a score&#10;&#10;Description automatically generated">
            <a:extLst>
              <a:ext uri="{FF2B5EF4-FFF2-40B4-BE49-F238E27FC236}">
                <a16:creationId xmlns:a16="http://schemas.microsoft.com/office/drawing/2014/main" id="{36BF37AB-0417-A91E-35F7-3DB79B5A21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08" y="3164456"/>
            <a:ext cx="4006242" cy="3186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493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grada številke diapozitiva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69A43B6-4A72-4A6E-B3BC-4E1A4B5DD1B6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3" name="Naslov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Ocenjevanje</a:t>
            </a:r>
            <a:endParaRPr lang="sl-SI" dirty="0"/>
          </a:p>
        </p:txBody>
      </p:sp>
      <p:sp>
        <p:nvSpPr>
          <p:cNvPr id="4" name="Ograda vsebine 3"/>
          <p:cNvSpPr>
            <a:spLocks noGrp="1"/>
          </p:cNvSpPr>
          <p:nvPr>
            <p:ph idx="1"/>
          </p:nvPr>
        </p:nvSpPr>
        <p:spPr>
          <a:xfrm>
            <a:off x="0" y="1484784"/>
            <a:ext cx="9144000" cy="4608512"/>
          </a:xfrm>
        </p:spPr>
        <p:txBody>
          <a:bodyPr/>
          <a:lstStyle/>
          <a:p>
            <a:r>
              <a:rPr lang="en-GB" sz="2400" dirty="0" err="1"/>
              <a:t>Zasnova</a:t>
            </a:r>
            <a:r>
              <a:rPr lang="en-GB" sz="2400" dirty="0"/>
              <a:t> in </a:t>
            </a:r>
            <a:r>
              <a:rPr lang="en-GB" sz="2400" dirty="0" err="1"/>
              <a:t>implementacija</a:t>
            </a:r>
            <a:r>
              <a:rPr lang="en-GB" sz="2400" dirty="0"/>
              <a:t> Q-</a:t>
            </a:r>
            <a:r>
              <a:rPr lang="en-GB" sz="2400" dirty="0" err="1"/>
              <a:t>mreže</a:t>
            </a:r>
            <a:r>
              <a:rPr lang="en-GB" sz="2400" dirty="0"/>
              <a:t> (1 </a:t>
            </a:r>
            <a:r>
              <a:rPr lang="en-GB" sz="2400" dirty="0" err="1"/>
              <a:t>točka</a:t>
            </a:r>
            <a:r>
              <a:rPr lang="en-GB" sz="2400" dirty="0"/>
              <a:t>)</a:t>
            </a:r>
          </a:p>
          <a:p>
            <a:r>
              <a:rPr lang="en-GB" sz="2400" dirty="0" err="1"/>
              <a:t>Zasnova</a:t>
            </a:r>
            <a:r>
              <a:rPr lang="en-GB" sz="2400" dirty="0"/>
              <a:t> in </a:t>
            </a:r>
            <a:r>
              <a:rPr lang="en-GB" sz="2400" dirty="0" err="1"/>
              <a:t>implementacija</a:t>
            </a:r>
            <a:r>
              <a:rPr lang="en-GB" sz="2400" dirty="0"/>
              <a:t> </a:t>
            </a:r>
            <a:r>
              <a:rPr lang="en-GB" sz="2400" dirty="0" err="1"/>
              <a:t>agenta</a:t>
            </a:r>
            <a:r>
              <a:rPr lang="en-GB" sz="2400" dirty="0"/>
              <a:t> (5 </a:t>
            </a:r>
            <a:r>
              <a:rPr lang="en-GB" sz="2400" dirty="0" err="1"/>
              <a:t>točk</a:t>
            </a:r>
            <a:r>
              <a:rPr lang="en-GB" sz="2400" dirty="0"/>
              <a:t>)</a:t>
            </a:r>
          </a:p>
          <a:p>
            <a:r>
              <a:rPr lang="en-GB" sz="2400" dirty="0" err="1"/>
              <a:t>Učenje</a:t>
            </a:r>
            <a:r>
              <a:rPr lang="en-GB" sz="2400" dirty="0"/>
              <a:t> </a:t>
            </a:r>
            <a:r>
              <a:rPr lang="en-GB" sz="2400" dirty="0" err="1"/>
              <a:t>agenta</a:t>
            </a:r>
            <a:r>
              <a:rPr lang="en-GB" sz="2400" dirty="0"/>
              <a:t>, </a:t>
            </a:r>
            <a:r>
              <a:rPr lang="en-GB" sz="2400" dirty="0" err="1"/>
              <a:t>izris</a:t>
            </a:r>
            <a:r>
              <a:rPr lang="en-GB" sz="2400" dirty="0"/>
              <a:t> </a:t>
            </a:r>
            <a:r>
              <a:rPr lang="en-GB" sz="2400" dirty="0" err="1"/>
              <a:t>grafa</a:t>
            </a:r>
            <a:r>
              <a:rPr lang="en-GB" sz="2400" dirty="0"/>
              <a:t> </a:t>
            </a:r>
            <a:r>
              <a:rPr lang="en-GB" sz="2400" dirty="0" err="1"/>
              <a:t>ocen</a:t>
            </a:r>
            <a:r>
              <a:rPr lang="en-GB" sz="2400" dirty="0"/>
              <a:t> in </a:t>
            </a:r>
            <a:r>
              <a:rPr lang="en-GB" sz="2400" dirty="0" err="1"/>
              <a:t>prikaz</a:t>
            </a:r>
            <a:r>
              <a:rPr lang="en-GB" sz="2400" dirty="0"/>
              <a:t> </a:t>
            </a:r>
            <a:r>
              <a:rPr lang="en-GB" sz="2400" dirty="0" err="1"/>
              <a:t>animacije</a:t>
            </a:r>
            <a:r>
              <a:rPr lang="en-GB" sz="2400" dirty="0"/>
              <a:t> </a:t>
            </a:r>
            <a:r>
              <a:rPr lang="en-GB" sz="2400" dirty="0" err="1"/>
              <a:t>delovanja</a:t>
            </a:r>
            <a:r>
              <a:rPr lang="en-GB" sz="2400" dirty="0"/>
              <a:t> (4 </a:t>
            </a:r>
            <a:r>
              <a:rPr lang="en-GB" sz="2400" dirty="0" err="1"/>
              <a:t>točke</a:t>
            </a:r>
            <a:r>
              <a:rPr lang="en-GB" sz="2400" dirty="0"/>
              <a:t>)</a:t>
            </a:r>
          </a:p>
          <a:p>
            <a:r>
              <a:rPr lang="en-GB" sz="2400" dirty="0" err="1">
                <a:solidFill>
                  <a:srgbClr val="C00000"/>
                </a:solidFill>
              </a:rPr>
              <a:t>Vajo</a:t>
            </a:r>
            <a:r>
              <a:rPr lang="en-GB" sz="2400" dirty="0">
                <a:solidFill>
                  <a:srgbClr val="C00000"/>
                </a:solidFill>
              </a:rPr>
              <a:t> </a:t>
            </a:r>
            <a:r>
              <a:rPr lang="en-GB" sz="2400" dirty="0" err="1">
                <a:solidFill>
                  <a:srgbClr val="C00000"/>
                </a:solidFill>
              </a:rPr>
              <a:t>oddate</a:t>
            </a:r>
            <a:r>
              <a:rPr lang="en-GB" sz="2400" dirty="0">
                <a:solidFill>
                  <a:srgbClr val="C00000"/>
                </a:solidFill>
              </a:rPr>
              <a:t> do </a:t>
            </a:r>
            <a:r>
              <a:rPr lang="en-GB" sz="2400" dirty="0" err="1">
                <a:solidFill>
                  <a:srgbClr val="C00000"/>
                </a:solidFill>
              </a:rPr>
              <a:t>roka</a:t>
            </a:r>
            <a:r>
              <a:rPr lang="en-GB" sz="2400" dirty="0">
                <a:solidFill>
                  <a:srgbClr val="C00000"/>
                </a:solidFill>
              </a:rPr>
              <a:t> </a:t>
            </a:r>
            <a:r>
              <a:rPr lang="en-GB" sz="2400" dirty="0" err="1">
                <a:solidFill>
                  <a:srgbClr val="C00000"/>
                </a:solidFill>
              </a:rPr>
              <a:t>na</a:t>
            </a:r>
            <a:r>
              <a:rPr lang="en-GB" sz="2400" dirty="0">
                <a:solidFill>
                  <a:srgbClr val="C00000"/>
                </a:solidFill>
              </a:rPr>
              <a:t> estudij.um.si</a:t>
            </a:r>
            <a:endParaRPr lang="sl-SI" sz="2400" dirty="0">
              <a:solidFill>
                <a:srgbClr val="C00000"/>
              </a:solidFill>
            </a:endParaRPr>
          </a:p>
          <a:p>
            <a:endParaRPr lang="sl-SI" sz="2800" dirty="0"/>
          </a:p>
        </p:txBody>
      </p:sp>
    </p:spTree>
    <p:extLst>
      <p:ext uri="{BB962C8B-B14F-4D97-AF65-F5344CB8AC3E}">
        <p14:creationId xmlns:p14="http://schemas.microsoft.com/office/powerpoint/2010/main" val="4228491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69A43B6-4A72-4A6E-B3BC-4E1A4B5DD1B6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Zagovor</a:t>
            </a:r>
            <a:endParaRPr lang="sl-SI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0" y="1556792"/>
            <a:ext cx="9144000" cy="4608512"/>
          </a:xfrm>
        </p:spPr>
        <p:txBody>
          <a:bodyPr/>
          <a:lstStyle/>
          <a:p>
            <a:r>
              <a:rPr lang="en-SI" sz="2400" dirty="0">
                <a:solidFill>
                  <a:srgbClr val="C00000"/>
                </a:solidFill>
              </a:rPr>
              <a:t>V </a:t>
            </a:r>
            <a:r>
              <a:rPr lang="en-SI" sz="2400" dirty="0" err="1">
                <a:solidFill>
                  <a:srgbClr val="C00000"/>
                </a:solidFill>
              </a:rPr>
              <a:t>predpisanih</a:t>
            </a:r>
            <a:r>
              <a:rPr lang="en-SI" sz="2400" dirty="0">
                <a:solidFill>
                  <a:srgbClr val="C00000"/>
                </a:solidFill>
              </a:rPr>
              <a:t> </a:t>
            </a:r>
            <a:r>
              <a:rPr lang="en-SI" sz="2400" dirty="0" err="1">
                <a:solidFill>
                  <a:srgbClr val="C00000"/>
                </a:solidFill>
              </a:rPr>
              <a:t>terminih</a:t>
            </a:r>
            <a:r>
              <a:rPr lang="en-SI" sz="2400" dirty="0">
                <a:solidFill>
                  <a:srgbClr val="C00000"/>
                </a:solidFill>
              </a:rPr>
              <a:t> za </a:t>
            </a:r>
            <a:r>
              <a:rPr lang="en-SI" sz="2400" dirty="0" err="1">
                <a:solidFill>
                  <a:srgbClr val="C00000"/>
                </a:solidFill>
              </a:rPr>
              <a:t>zagovore</a:t>
            </a:r>
            <a:r>
              <a:rPr lang="en-SI" sz="2400" dirty="0">
                <a:solidFill>
                  <a:srgbClr val="C00000"/>
                </a:solidFill>
              </a:rPr>
              <a:t> (</a:t>
            </a:r>
            <a:r>
              <a:rPr lang="en-SI" sz="2400" dirty="0" err="1">
                <a:solidFill>
                  <a:srgbClr val="C00000"/>
                </a:solidFill>
              </a:rPr>
              <a:t>glej</a:t>
            </a:r>
            <a:r>
              <a:rPr lang="en-SI" sz="2400" dirty="0">
                <a:solidFill>
                  <a:srgbClr val="C00000"/>
                </a:solidFill>
              </a:rPr>
              <a:t> </a:t>
            </a:r>
            <a:r>
              <a:rPr lang="en-SI" sz="2400" dirty="0" err="1">
                <a:solidFill>
                  <a:srgbClr val="C00000"/>
                </a:solidFill>
              </a:rPr>
              <a:t>eŠtudij</a:t>
            </a:r>
            <a:r>
              <a:rPr lang="en-SI" sz="2400" dirty="0">
                <a:solidFill>
                  <a:srgbClr val="C00000"/>
                </a:solidFill>
              </a:rPr>
              <a:t>)</a:t>
            </a:r>
            <a:endParaRPr lang="en-GB" sz="2400" dirty="0">
              <a:solidFill>
                <a:srgbClr val="C00000"/>
              </a:solidFill>
            </a:endParaRPr>
          </a:p>
          <a:p>
            <a:r>
              <a:rPr lang="sl-SI" sz="2400"/>
              <a:t>Pregled </a:t>
            </a:r>
            <a:r>
              <a:rPr lang="sl-SI" sz="2400" dirty="0"/>
              <a:t>programa in kode</a:t>
            </a:r>
          </a:p>
          <a:p>
            <a:pPr lvl="1"/>
            <a:r>
              <a:rPr lang="sl-SI" sz="2000" dirty="0">
                <a:solidFill>
                  <a:srgbClr val="C00000"/>
                </a:solidFill>
              </a:rPr>
              <a:t>Imejte urejeno kodo!</a:t>
            </a:r>
          </a:p>
          <a:p>
            <a:pPr lvl="1"/>
            <a:r>
              <a:rPr lang="sl-SI" sz="2000" dirty="0"/>
              <a:t>Zagovor na vaših računalnikih</a:t>
            </a:r>
          </a:p>
          <a:p>
            <a:r>
              <a:rPr lang="sl-SI" sz="2400" dirty="0"/>
              <a:t>Na zagovor pridite pripravljeni</a:t>
            </a:r>
          </a:p>
          <a:p>
            <a:pPr lvl="1"/>
            <a:r>
              <a:rPr lang="sl-SI" sz="2000" dirty="0">
                <a:solidFill>
                  <a:srgbClr val="C00000"/>
                </a:solidFill>
              </a:rPr>
              <a:t>Komentarji v kodi lahko prinesejo dodatne točke</a:t>
            </a:r>
          </a:p>
          <a:p>
            <a:r>
              <a:rPr lang="sl-SI" sz="2400" dirty="0">
                <a:solidFill>
                  <a:srgbClr val="C00000"/>
                </a:solidFill>
              </a:rPr>
              <a:t>Vajo rešujte sami!</a:t>
            </a:r>
          </a:p>
          <a:p>
            <a:endParaRPr lang="sl-SI" sz="2400" dirty="0"/>
          </a:p>
        </p:txBody>
      </p:sp>
    </p:spTree>
    <p:extLst>
      <p:ext uri="{BB962C8B-B14F-4D97-AF65-F5344CB8AC3E}">
        <p14:creationId xmlns:p14="http://schemas.microsoft.com/office/powerpoint/2010/main" val="3284805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slov 4"/>
          <p:cNvSpPr>
            <a:spLocks noGrp="1"/>
          </p:cNvSpPr>
          <p:nvPr>
            <p:ph type="title"/>
          </p:nvPr>
        </p:nvSpPr>
        <p:spPr>
          <a:xfrm>
            <a:off x="533400" y="2885728"/>
            <a:ext cx="8153400" cy="1047328"/>
          </a:xfrm>
        </p:spPr>
        <p:txBody>
          <a:bodyPr/>
          <a:lstStyle/>
          <a:p>
            <a:r>
              <a:rPr lang="sl-SI" dirty="0"/>
              <a:t>Vprašanja</a:t>
            </a:r>
          </a:p>
        </p:txBody>
      </p:sp>
      <p:sp>
        <p:nvSpPr>
          <p:cNvPr id="2" name="Ograda številke diapozitiva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69A43B6-4A72-4A6E-B3BC-4E1A4B5DD1B6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797119"/>
      </p:ext>
    </p:extLst>
  </p:cSld>
  <p:clrMapOvr>
    <a:masterClrMapping/>
  </p:clrMapOvr>
</p:sld>
</file>

<file path=ppt/theme/theme1.xml><?xml version="1.0" encoding="utf-8"?>
<a:theme xmlns:a="http://schemas.openxmlformats.org/drawingml/2006/main" name="1_LHRS_2013">
  <a:themeElements>
    <a:clrScheme name="FG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FG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FG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G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G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G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G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G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G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HRS_2014.potx" id="{DAC3B960-E6D7-4D7E-81C4-82EA3ECCD6F6}" vid="{12C7CB9F-41BB-4160-AC36-BEAF18E6B0A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ova tema">
  <a:themeElements>
    <a:clrScheme name="Pisarn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isarn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Pisarn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3795508-bba7-40bd-8313-8a2cef98e614">
      <Terms xmlns="http://schemas.microsoft.com/office/infopath/2007/PartnerControls"/>
    </lcf76f155ced4ddcb4097134ff3c332f>
    <TaxCatchAll xmlns="9af19b34-8bc1-4f65-8c3c-af4564d0e4c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CEF3439508BC34EB613D27129873369" ma:contentTypeVersion="10" ma:contentTypeDescription="Create a new document." ma:contentTypeScope="" ma:versionID="6b09061f50ce94bbc75b626666253c6c">
  <xsd:schema xmlns:xsd="http://www.w3.org/2001/XMLSchema" xmlns:xs="http://www.w3.org/2001/XMLSchema" xmlns:p="http://schemas.microsoft.com/office/2006/metadata/properties" xmlns:ns2="d3795508-bba7-40bd-8313-8a2cef98e614" xmlns:ns3="9af19b34-8bc1-4f65-8c3c-af4564d0e4c2" targetNamespace="http://schemas.microsoft.com/office/2006/metadata/properties" ma:root="true" ma:fieldsID="c9c87bca7601908f2c1094406c485489" ns2:_="" ns3:_="">
    <xsd:import namespace="d3795508-bba7-40bd-8313-8a2cef98e614"/>
    <xsd:import namespace="9af19b34-8bc1-4f65-8c3c-af4564d0e4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795508-bba7-40bd-8313-8a2cef98e6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314c371a-e1e1-4790-b7b3-e586cefac3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f19b34-8bc1-4f65-8c3c-af4564d0e4c2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47637409-5ac8-4688-b62f-649bcdb7cc58}" ma:internalName="TaxCatchAll" ma:showField="CatchAllData" ma:web="9af19b34-8bc1-4f65-8c3c-af4564d0e4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B99847F2-C50A-49FC-B176-4CFC67AB829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5F4E28-FA13-4293-A0DD-563E50E12AE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c414fd7f-21c6-4d94-90e3-68400e5795fc"/>
  </ds:schemaRefs>
</ds:datastoreItem>
</file>

<file path=customXml/itemProps3.xml><?xml version="1.0" encoding="utf-8"?>
<ds:datastoreItem xmlns:ds="http://schemas.openxmlformats.org/officeDocument/2006/customXml" ds:itemID="{53984C25-0A2E-474A-87FB-F68836C172AB}"/>
</file>

<file path=customXml/itemProps4.xml><?xml version="1.0" encoding="utf-8"?>
<ds:datastoreItem xmlns:ds="http://schemas.openxmlformats.org/officeDocument/2006/customXml" ds:itemID="{ECED2FD8-184E-4E39-BE78-BB2CF054340A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3170</TotalTime>
  <Words>627</Words>
  <Application>Microsoft Office PowerPoint</Application>
  <PresentationFormat>On-screen Show (4:3)</PresentationFormat>
  <Paragraphs>97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Cambria Math</vt:lpstr>
      <vt:lpstr>Tahoma</vt:lpstr>
      <vt:lpstr>Wingdings</vt:lpstr>
      <vt:lpstr>1_LHRS_2013</vt:lpstr>
      <vt:lpstr>Napredne arhitekture in učenje globokih nevronskih mrež (R-IT MAG)</vt:lpstr>
      <vt:lpstr>Okrepitveno učenje</vt:lpstr>
      <vt:lpstr>Globoko okrepitveno učenje</vt:lpstr>
      <vt:lpstr>Problem Lunar Lander</vt:lpstr>
      <vt:lpstr>Zasnova Q-mreže</vt:lpstr>
      <vt:lpstr>Zasnova agenta</vt:lpstr>
      <vt:lpstr>Učenje modela in parametri</vt:lpstr>
      <vt:lpstr>Pričakovani rezultati</vt:lpstr>
      <vt:lpstr>Ocenjevanje</vt:lpstr>
      <vt:lpstr>Zagovor</vt:lpstr>
      <vt:lpstr>Vprašanja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Računalniška omrežja (R-IT VS)</dc:title>
  <dc:creator>Mladen</dc:creator>
  <cp:lastModifiedBy>Mladen Borovič</cp:lastModifiedBy>
  <cp:revision>115</cp:revision>
  <cp:lastPrinted>2016-03-21T06:57:14Z</cp:lastPrinted>
  <dcterms:created xsi:type="dcterms:W3CDTF">2013-02-25T06:20:36Z</dcterms:created>
  <dcterms:modified xsi:type="dcterms:W3CDTF">2023-09-27T10:43:36Z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0x0101003CEF3439508BC34EB613D27129873369</vt:lpwstr>
  </property>
  <property fmtid="{D5CDD505-2E9C-101B-9397-08002B2CF9AE}" pid="3" name="_dlc_DocIdItemGuid">
    <vt:lpwstr>c81c6f67-0e37-43bd-af0c-0c1526b8c877</vt:lpwstr>
  </property>
</Properties>
</file>