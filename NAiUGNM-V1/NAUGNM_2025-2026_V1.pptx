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5"/>
  </p:sldMasterIdLst>
  <p:notesMasterIdLst>
    <p:notesMasterId r:id="rId20"/>
  </p:notesMasterIdLst>
  <p:handoutMasterIdLst>
    <p:handoutMasterId r:id="rId21"/>
  </p:handoutMasterIdLst>
  <p:sldIdLst>
    <p:sldId id="256" r:id="rId6"/>
    <p:sldId id="280" r:id="rId7"/>
    <p:sldId id="265" r:id="rId8"/>
    <p:sldId id="276" r:id="rId9"/>
    <p:sldId id="275" r:id="rId10"/>
    <p:sldId id="267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64" r:id="rId19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6A8E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B93D23-4608-4B7F-812A-824036D9357C}" v="18" dt="2025-10-05T14:50:51.0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log 2 – poudarek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1" d="100"/>
          <a:sy n="111" d="100"/>
        </p:scale>
        <p:origin x="159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0" Type="http://schemas.openxmlformats.org/officeDocument/2006/relationships/notesMaster" Target="notesMasters/notesMaster1.xml"/><Relationship Id="rId16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laden Borovič" userId="b42f88c1-a761-41f8-ba08-c119211cc4a8" providerId="ADAL" clId="{BF1EAF0A-B469-4D3A-BCB0-99832FB1980C}"/>
    <pc:docChg chg="modSld">
      <pc:chgData name="Mladen Borovič" userId="b42f88c1-a761-41f8-ba08-c119211cc4a8" providerId="ADAL" clId="{BF1EAF0A-B469-4D3A-BCB0-99832FB1980C}" dt="2023-09-27T10:43:17.211" v="110" actId="20577"/>
      <pc:docMkLst>
        <pc:docMk/>
      </pc:docMkLst>
      <pc:sldChg chg="modSp mod">
        <pc:chgData name="Mladen Borovič" userId="b42f88c1-a761-41f8-ba08-c119211cc4a8" providerId="ADAL" clId="{BF1EAF0A-B469-4D3A-BCB0-99832FB1980C}" dt="2023-09-27T10:43:17.211" v="110" actId="20577"/>
        <pc:sldMkLst>
          <pc:docMk/>
          <pc:sldMk cId="2795377594" sldId="256"/>
        </pc:sldMkLst>
      </pc:sldChg>
      <pc:sldChg chg="modSp">
        <pc:chgData name="Mladen Borovič" userId="b42f88c1-a761-41f8-ba08-c119211cc4a8" providerId="ADAL" clId="{BF1EAF0A-B469-4D3A-BCB0-99832FB1980C}" dt="2023-09-26T10:15:27.045" v="107" actId="14100"/>
        <pc:sldMkLst>
          <pc:docMk/>
          <pc:sldMk cId="2052955499" sldId="265"/>
        </pc:sldMkLst>
      </pc:sldChg>
      <pc:sldChg chg="modSp mod">
        <pc:chgData name="Mladen Borovič" userId="b42f88c1-a761-41f8-ba08-c119211cc4a8" providerId="ADAL" clId="{BF1EAF0A-B469-4D3A-BCB0-99832FB1980C}" dt="2023-09-21T11:58:12.511" v="79" actId="20577"/>
        <pc:sldMkLst>
          <pc:docMk/>
          <pc:sldMk cId="4228491986" sldId="270"/>
        </pc:sldMkLst>
      </pc:sldChg>
      <pc:sldChg chg="modSp mod">
        <pc:chgData name="Mladen Borovič" userId="b42f88c1-a761-41f8-ba08-c119211cc4a8" providerId="ADAL" clId="{BF1EAF0A-B469-4D3A-BCB0-99832FB1980C}" dt="2023-09-21T11:03:08.213" v="67" actId="6549"/>
        <pc:sldMkLst>
          <pc:docMk/>
          <pc:sldMk cId="328480568" sldId="271"/>
        </pc:sldMkLst>
      </pc:sldChg>
      <pc:sldChg chg="modSp mod">
        <pc:chgData name="Mladen Borovič" userId="b42f88c1-a761-41f8-ba08-c119211cc4a8" providerId="ADAL" clId="{BF1EAF0A-B469-4D3A-BCB0-99832FB1980C}" dt="2023-09-21T11:58:46.584" v="92" actId="20577"/>
        <pc:sldMkLst>
          <pc:docMk/>
          <pc:sldMk cId="2037493806" sldId="275"/>
        </pc:sldMkLst>
      </pc:sldChg>
      <pc:sldChg chg="modSp mod">
        <pc:chgData name="Mladen Borovič" userId="b42f88c1-a761-41f8-ba08-c119211cc4a8" providerId="ADAL" clId="{BF1EAF0A-B469-4D3A-BCB0-99832FB1980C}" dt="2023-09-21T11:58:30.774" v="80" actId="207"/>
        <pc:sldMkLst>
          <pc:docMk/>
          <pc:sldMk cId="3049020875" sldId="280"/>
        </pc:sldMkLst>
      </pc:sldChg>
      <pc:sldChg chg="modSp mod">
        <pc:chgData name="Mladen Borovič" userId="b42f88c1-a761-41f8-ba08-c119211cc4a8" providerId="ADAL" clId="{BF1EAF0A-B469-4D3A-BCB0-99832FB1980C}" dt="2023-09-21T11:58:54.727" v="104" actId="20577"/>
        <pc:sldMkLst>
          <pc:docMk/>
          <pc:sldMk cId="1387981826" sldId="281"/>
        </pc:sldMkLst>
      </pc:sldChg>
    </pc:docChg>
  </pc:docChgLst>
  <pc:docChgLst>
    <pc:chgData name="Mladen Borovič" userId="b42f88c1-a761-41f8-ba08-c119211cc4a8" providerId="ADAL" clId="{B4F1C211-D23F-42EE-BFC5-1C039F4C78EB}"/>
    <pc:docChg chg="modSld">
      <pc:chgData name="Mladen Borovič" userId="b42f88c1-a761-41f8-ba08-c119211cc4a8" providerId="ADAL" clId="{B4F1C211-D23F-42EE-BFC5-1C039F4C78EB}" dt="2020-02-24T08:50:54.242" v="20" actId="20577"/>
      <pc:docMkLst>
        <pc:docMk/>
      </pc:docMkLst>
      <pc:sldChg chg="modSp mod">
        <pc:chgData name="Mladen Borovič" userId="b42f88c1-a761-41f8-ba08-c119211cc4a8" providerId="ADAL" clId="{B4F1C211-D23F-42EE-BFC5-1C039F4C78EB}" dt="2020-02-24T08:50:54.242" v="20" actId="20577"/>
        <pc:sldMkLst>
          <pc:docMk/>
          <pc:sldMk cId="2795377594" sldId="256"/>
        </pc:sldMkLst>
      </pc:sldChg>
      <pc:sldChg chg="modSp mod">
        <pc:chgData name="Mladen Borovič" userId="b42f88c1-a761-41f8-ba08-c119211cc4a8" providerId="ADAL" clId="{B4F1C211-D23F-42EE-BFC5-1C039F4C78EB}" dt="2020-02-20T10:09:02.986" v="12" actId="20577"/>
        <pc:sldMkLst>
          <pc:docMk/>
          <pc:sldMk cId="328480568" sldId="271"/>
        </pc:sldMkLst>
      </pc:sldChg>
    </pc:docChg>
  </pc:docChgLst>
  <pc:docChgLst>
    <pc:chgData name="Mladen Borovič" userId="b42f88c1-a761-41f8-ba08-c119211cc4a8" providerId="ADAL" clId="{C30C2C5E-AF78-4E99-A91C-8CBC4B83DBF0}"/>
    <pc:docChg chg="modSld modMainMaster">
      <pc:chgData name="Mladen Borovič" userId="b42f88c1-a761-41f8-ba08-c119211cc4a8" providerId="ADAL" clId="{C30C2C5E-AF78-4E99-A91C-8CBC4B83DBF0}" dt="2022-02-17T10:53:55.659" v="7" actId="20577"/>
      <pc:docMkLst>
        <pc:docMk/>
      </pc:docMkLst>
      <pc:sldChg chg="modSp mod">
        <pc:chgData name="Mladen Borovič" userId="b42f88c1-a761-41f8-ba08-c119211cc4a8" providerId="ADAL" clId="{C30C2C5E-AF78-4E99-A91C-8CBC4B83DBF0}" dt="2022-02-17T10:53:55.659" v="7" actId="20577"/>
        <pc:sldMkLst>
          <pc:docMk/>
          <pc:sldMk cId="328480568" sldId="271"/>
        </pc:sldMkLst>
      </pc:sldChg>
      <pc:sldMasterChg chg="modSldLayout">
        <pc:chgData name="Mladen Borovič" userId="b42f88c1-a761-41f8-ba08-c119211cc4a8" providerId="ADAL" clId="{C30C2C5E-AF78-4E99-A91C-8CBC4B83DBF0}" dt="2022-02-16T13:37:59.178" v="1" actId="1076"/>
        <pc:sldMasterMkLst>
          <pc:docMk/>
          <pc:sldMasterMk cId="293251674" sldId="2147483677"/>
        </pc:sldMasterMkLst>
        <pc:sldLayoutChg chg="modSp mod">
          <pc:chgData name="Mladen Borovič" userId="b42f88c1-a761-41f8-ba08-c119211cc4a8" providerId="ADAL" clId="{C30C2C5E-AF78-4E99-A91C-8CBC4B83DBF0}" dt="2022-02-16T13:37:59.178" v="1" actId="1076"/>
          <pc:sldLayoutMkLst>
            <pc:docMk/>
            <pc:sldMasterMk cId="293251674" sldId="2147483677"/>
            <pc:sldLayoutMk cId="2241087371" sldId="2147483678"/>
          </pc:sldLayoutMkLst>
        </pc:sldLayoutChg>
      </pc:sldMasterChg>
    </pc:docChg>
  </pc:docChgLst>
  <pc:docChgLst>
    <pc:chgData name="Mladen Borovič" userId="b42f88c1-a761-41f8-ba08-c119211cc4a8" providerId="ADAL" clId="{6FEE1788-735B-4B4B-85C7-EC116AAC86A8}"/>
    <pc:docChg chg="undo redo custSel addSld delSld modSld sldOrd">
      <pc:chgData name="Mladen Borovič" userId="b42f88c1-a761-41f8-ba08-c119211cc4a8" providerId="ADAL" clId="{6FEE1788-735B-4B4B-85C7-EC116AAC86A8}" dt="2023-09-28T12:22:08.247" v="5366" actId="207"/>
      <pc:docMkLst>
        <pc:docMk/>
      </pc:docMkLst>
      <pc:sldChg chg="modSp mod">
        <pc:chgData name="Mladen Borovič" userId="b42f88c1-a761-41f8-ba08-c119211cc4a8" providerId="ADAL" clId="{6FEE1788-735B-4B4B-85C7-EC116AAC86A8}" dt="2023-09-27T10:46:54.523" v="56" actId="6549"/>
        <pc:sldMkLst>
          <pc:docMk/>
          <pc:sldMk cId="2795377594" sldId="256"/>
        </pc:sldMkLst>
      </pc:sldChg>
      <pc:sldChg chg="addSp delSp modSp mod">
        <pc:chgData name="Mladen Borovič" userId="b42f88c1-a761-41f8-ba08-c119211cc4a8" providerId="ADAL" clId="{6FEE1788-735B-4B4B-85C7-EC116AAC86A8}" dt="2023-09-28T12:22:08.247" v="5366" actId="207"/>
        <pc:sldMkLst>
          <pc:docMk/>
          <pc:sldMk cId="2052955499" sldId="265"/>
        </pc:sldMkLst>
      </pc:sldChg>
      <pc:sldChg chg="modSp mod">
        <pc:chgData name="Mladen Borovič" userId="b42f88c1-a761-41f8-ba08-c119211cc4a8" providerId="ADAL" clId="{6FEE1788-735B-4B4B-85C7-EC116AAC86A8}" dt="2023-09-28T10:45:52.358" v="5365" actId="20577"/>
        <pc:sldMkLst>
          <pc:docMk/>
          <pc:sldMk cId="4228491986" sldId="270"/>
        </pc:sldMkLst>
      </pc:sldChg>
      <pc:sldChg chg="modSp mod">
        <pc:chgData name="Mladen Borovič" userId="b42f88c1-a761-41f8-ba08-c119211cc4a8" providerId="ADAL" clId="{6FEE1788-735B-4B4B-85C7-EC116AAC86A8}" dt="2023-09-27T12:12:42.824" v="4511" actId="207"/>
        <pc:sldMkLst>
          <pc:docMk/>
          <pc:sldMk cId="2037493806" sldId="275"/>
        </pc:sldMkLst>
      </pc:sldChg>
      <pc:sldChg chg="addSp delSp modSp mod">
        <pc:chgData name="Mladen Borovič" userId="b42f88c1-a761-41f8-ba08-c119211cc4a8" providerId="ADAL" clId="{6FEE1788-735B-4B4B-85C7-EC116AAC86A8}" dt="2023-09-27T11:53:48.956" v="2439" actId="1076"/>
        <pc:sldMkLst>
          <pc:docMk/>
          <pc:sldMk cId="2695868029" sldId="276"/>
        </pc:sldMkLst>
      </pc:sldChg>
      <pc:sldChg chg="addSp delSp modSp mod">
        <pc:chgData name="Mladen Borovič" userId="b42f88c1-a761-41f8-ba08-c119211cc4a8" providerId="ADAL" clId="{6FEE1788-735B-4B4B-85C7-EC116AAC86A8}" dt="2023-09-28T10:21:59.992" v="5330" actId="207"/>
        <pc:sldMkLst>
          <pc:docMk/>
          <pc:sldMk cId="3049020875" sldId="280"/>
        </pc:sldMkLst>
      </pc:sldChg>
      <pc:sldChg chg="modSp mod">
        <pc:chgData name="Mladen Borovič" userId="b42f88c1-a761-41f8-ba08-c119211cc4a8" providerId="ADAL" clId="{6FEE1788-735B-4B4B-85C7-EC116AAC86A8}" dt="2023-09-27T12:22:16.911" v="5213" actId="20577"/>
        <pc:sldMkLst>
          <pc:docMk/>
          <pc:sldMk cId="1387981826" sldId="281"/>
        </pc:sldMkLst>
      </pc:sldChg>
      <pc:sldChg chg="modSp mod">
        <pc:chgData name="Mladen Borovič" userId="b42f88c1-a761-41f8-ba08-c119211cc4a8" providerId="ADAL" clId="{6FEE1788-735B-4B4B-85C7-EC116AAC86A8}" dt="2023-09-27T12:22:43.458" v="5237" actId="207"/>
        <pc:sldMkLst>
          <pc:docMk/>
          <pc:sldMk cId="4228444207" sldId="282"/>
        </pc:sldMkLst>
      </pc:sldChg>
      <pc:sldChg chg="modSp add mod ord">
        <pc:chgData name="Mladen Borovič" userId="b42f88c1-a761-41f8-ba08-c119211cc4a8" providerId="ADAL" clId="{6FEE1788-735B-4B4B-85C7-EC116AAC86A8}" dt="2023-09-28T10:23:23.622" v="5351" actId="20577"/>
        <pc:sldMkLst>
          <pc:docMk/>
          <pc:sldMk cId="2801895219" sldId="283"/>
        </pc:sldMkLst>
      </pc:sldChg>
      <pc:sldChg chg="del">
        <pc:chgData name="Mladen Borovič" userId="b42f88c1-a761-41f8-ba08-c119211cc4a8" providerId="ADAL" clId="{6FEE1788-735B-4B4B-85C7-EC116AAC86A8}" dt="2023-09-27T12:13:04.395" v="4512" actId="47"/>
        <pc:sldMkLst>
          <pc:docMk/>
          <pc:sldMk cId="858641663" sldId="284"/>
        </pc:sldMkLst>
      </pc:sldChg>
      <pc:sldChg chg="delSp del mod">
        <pc:chgData name="Mladen Borovič" userId="b42f88c1-a761-41f8-ba08-c119211cc4a8" providerId="ADAL" clId="{6FEE1788-735B-4B4B-85C7-EC116AAC86A8}" dt="2023-09-27T12:13:09.382" v="4513" actId="47"/>
        <pc:sldMkLst>
          <pc:docMk/>
          <pc:sldMk cId="3546277005" sldId="285"/>
        </pc:sldMkLst>
      </pc:sldChg>
    </pc:docChg>
  </pc:docChgLst>
  <pc:docChgLst>
    <pc:chgData name="Mladen Borovič" userId="b42f88c1-a761-41f8-ba08-c119211cc4a8" providerId="ADAL" clId="{1771DD9D-EB99-4197-ACFF-B5FDDD61EEA9}"/>
    <pc:docChg chg="modSld">
      <pc:chgData name="Mladen Borovič" userId="b42f88c1-a761-41f8-ba08-c119211cc4a8" providerId="ADAL" clId="{1771DD9D-EB99-4197-ACFF-B5FDDD61EEA9}" dt="2023-07-20T17:36:10.188" v="71" actId="20577"/>
      <pc:docMkLst>
        <pc:docMk/>
      </pc:docMkLst>
      <pc:sldChg chg="modSp mod">
        <pc:chgData name="Mladen Borovič" userId="b42f88c1-a761-41f8-ba08-c119211cc4a8" providerId="ADAL" clId="{1771DD9D-EB99-4197-ACFF-B5FDDD61EEA9}" dt="2023-07-20T13:08:39.389" v="48" actId="20577"/>
        <pc:sldMkLst>
          <pc:docMk/>
          <pc:sldMk cId="4228491986" sldId="270"/>
        </pc:sldMkLst>
      </pc:sldChg>
      <pc:sldChg chg="modSp mod">
        <pc:chgData name="Mladen Borovič" userId="b42f88c1-a761-41f8-ba08-c119211cc4a8" providerId="ADAL" clId="{1771DD9D-EB99-4197-ACFF-B5FDDD61EEA9}" dt="2023-07-20T10:39:24.628" v="14" actId="6549"/>
        <pc:sldMkLst>
          <pc:docMk/>
          <pc:sldMk cId="2037493806" sldId="275"/>
        </pc:sldMkLst>
      </pc:sldChg>
      <pc:sldChg chg="modSp">
        <pc:chgData name="Mladen Borovič" userId="b42f88c1-a761-41f8-ba08-c119211cc4a8" providerId="ADAL" clId="{1771DD9D-EB99-4197-ACFF-B5FDDD61EEA9}" dt="2023-07-20T17:32:33.866" v="70" actId="20577"/>
        <pc:sldMkLst>
          <pc:docMk/>
          <pc:sldMk cId="3049020875" sldId="280"/>
        </pc:sldMkLst>
      </pc:sldChg>
      <pc:sldChg chg="modSp mod">
        <pc:chgData name="Mladen Borovič" userId="b42f88c1-a761-41f8-ba08-c119211cc4a8" providerId="ADAL" clId="{1771DD9D-EB99-4197-ACFF-B5FDDD61EEA9}" dt="2023-07-20T17:36:10.188" v="71" actId="20577"/>
        <pc:sldMkLst>
          <pc:docMk/>
          <pc:sldMk cId="4228444207" sldId="282"/>
        </pc:sldMkLst>
      </pc:sldChg>
    </pc:docChg>
  </pc:docChgLst>
  <pc:docChgLst>
    <pc:chgData name="Mladen Borovič" userId="b42f88c1-a761-41f8-ba08-c119211cc4a8" providerId="ADAL" clId="{80EC06C7-7DB2-452A-8351-466555732FDA}"/>
    <pc:docChg chg="undo custSel addSld modSld sldOrd">
      <pc:chgData name="Mladen Borovič" userId="b42f88c1-a761-41f8-ba08-c119211cc4a8" providerId="ADAL" clId="{80EC06C7-7DB2-452A-8351-466555732FDA}" dt="2023-02-28T09:09:46.503" v="1110" actId="1037"/>
      <pc:docMkLst>
        <pc:docMk/>
      </pc:docMkLst>
      <pc:sldChg chg="addSp modSp add mod">
        <pc:chgData name="Mladen Borovič" userId="b42f88c1-a761-41f8-ba08-c119211cc4a8" providerId="ADAL" clId="{80EC06C7-7DB2-452A-8351-466555732FDA}" dt="2023-02-28T09:09:21.240" v="1102" actId="14100"/>
        <pc:sldMkLst>
          <pc:docMk/>
          <pc:sldMk cId="2442990241" sldId="277"/>
        </pc:sldMkLst>
      </pc:sldChg>
      <pc:sldChg chg="addSp delSp modSp add mod ord">
        <pc:chgData name="Mladen Borovič" userId="b42f88c1-a761-41f8-ba08-c119211cc4a8" providerId="ADAL" clId="{80EC06C7-7DB2-452A-8351-466555732FDA}" dt="2023-02-28T09:09:46.503" v="1110" actId="1037"/>
        <pc:sldMkLst>
          <pc:docMk/>
          <pc:sldMk cId="3728982430" sldId="278"/>
        </pc:sldMkLst>
      </pc:sldChg>
    </pc:docChg>
  </pc:docChgLst>
  <pc:docChgLst>
    <pc:chgData name="Mladen Borovič" userId="b42f88c1-a761-41f8-ba08-c119211cc4a8" providerId="ADAL" clId="{BE00E2E6-CD07-4C4E-B3D1-93D4755FC40C}"/>
    <pc:docChg chg="modSld">
      <pc:chgData name="Mladen Borovič" userId="b42f88c1-a761-41f8-ba08-c119211cc4a8" providerId="ADAL" clId="{BE00E2E6-CD07-4C4E-B3D1-93D4755FC40C}" dt="2019-02-21T12:09:16.523" v="11" actId="20577"/>
      <pc:docMkLst>
        <pc:docMk/>
      </pc:docMkLst>
      <pc:sldChg chg="modSp">
        <pc:chgData name="Mladen Borovič" userId="b42f88c1-a761-41f8-ba08-c119211cc4a8" providerId="ADAL" clId="{BE00E2E6-CD07-4C4E-B3D1-93D4755FC40C}" dt="2019-02-21T12:09:16.523" v="11" actId="20577"/>
        <pc:sldMkLst>
          <pc:docMk/>
          <pc:sldMk cId="328480568" sldId="271"/>
        </pc:sldMkLst>
      </pc:sldChg>
    </pc:docChg>
  </pc:docChgLst>
  <pc:docChgLst>
    <pc:chgData name="Mladen Borovič" userId="b42f88c1-a761-41f8-ba08-c119211cc4a8" providerId="ADAL" clId="{D194ED4C-3652-4162-B0FA-929F6452222D}"/>
    <pc:docChg chg="undo custSel addSld delSld modSld sldOrd">
      <pc:chgData name="Mladen Borovič" userId="b42f88c1-a761-41f8-ba08-c119211cc4a8" providerId="ADAL" clId="{D194ED4C-3652-4162-B0FA-929F6452222D}" dt="2025-10-05T14:50:52.105" v="1741" actId="20577"/>
      <pc:docMkLst>
        <pc:docMk/>
      </pc:docMkLst>
      <pc:sldChg chg="modSp">
        <pc:chgData name="Mladen Borovič" userId="b42f88c1-a761-41f8-ba08-c119211cc4a8" providerId="ADAL" clId="{D194ED4C-3652-4162-B0FA-929F6452222D}" dt="2025-10-05T14:31:01.749" v="1" actId="404"/>
        <pc:sldMkLst>
          <pc:docMk/>
          <pc:sldMk cId="2052955499" sldId="265"/>
        </pc:sldMkLst>
        <pc:spChg chg="mod">
          <ac:chgData name="Mladen Borovič" userId="b42f88c1-a761-41f8-ba08-c119211cc4a8" providerId="ADAL" clId="{D194ED4C-3652-4162-B0FA-929F6452222D}" dt="2025-10-05T14:31:01.749" v="1" actId="404"/>
          <ac:spMkLst>
            <pc:docMk/>
            <pc:sldMk cId="2052955499" sldId="265"/>
            <ac:spMk id="4" creationId="{00000000-0000-0000-0000-000000000000}"/>
          </ac:spMkLst>
        </pc:spChg>
      </pc:sldChg>
      <pc:sldChg chg="modSp add mod">
        <pc:chgData name="Mladen Borovič" userId="b42f88c1-a761-41f8-ba08-c119211cc4a8" providerId="ADAL" clId="{D194ED4C-3652-4162-B0FA-929F6452222D}" dt="2025-10-05T14:46:54.373" v="1444" actId="207"/>
        <pc:sldMkLst>
          <pc:docMk/>
          <pc:sldMk cId="434891184" sldId="267"/>
        </pc:sldMkLst>
        <pc:spChg chg="mod">
          <ac:chgData name="Mladen Borovič" userId="b42f88c1-a761-41f8-ba08-c119211cc4a8" providerId="ADAL" clId="{D194ED4C-3652-4162-B0FA-929F6452222D}" dt="2025-10-05T14:46:54.373" v="1444" actId="207"/>
          <ac:spMkLst>
            <pc:docMk/>
            <pc:sldMk cId="434891184" sldId="267"/>
            <ac:spMk id="4" creationId="{70907F58-46A2-779B-E90C-728AA1136A33}"/>
          </ac:spMkLst>
        </pc:spChg>
      </pc:sldChg>
      <pc:sldChg chg="del">
        <pc:chgData name="Mladen Borovič" userId="b42f88c1-a761-41f8-ba08-c119211cc4a8" providerId="ADAL" clId="{D194ED4C-3652-4162-B0FA-929F6452222D}" dt="2025-10-05T14:47:51.581" v="1498" actId="2696"/>
        <pc:sldMkLst>
          <pc:docMk/>
          <pc:sldMk cId="4228491986" sldId="270"/>
        </pc:sldMkLst>
      </pc:sldChg>
      <pc:sldChg chg="del">
        <pc:chgData name="Mladen Borovič" userId="b42f88c1-a761-41f8-ba08-c119211cc4a8" providerId="ADAL" clId="{D194ED4C-3652-4162-B0FA-929F6452222D}" dt="2025-10-05T14:50:26.187" v="1728" actId="2696"/>
        <pc:sldMkLst>
          <pc:docMk/>
          <pc:sldMk cId="328480568" sldId="271"/>
        </pc:sldMkLst>
      </pc:sldChg>
      <pc:sldChg chg="modSp">
        <pc:chgData name="Mladen Borovič" userId="b42f88c1-a761-41f8-ba08-c119211cc4a8" providerId="ADAL" clId="{D194ED4C-3652-4162-B0FA-929F6452222D}" dt="2025-10-05T14:31:34.222" v="3" actId="404"/>
        <pc:sldMkLst>
          <pc:docMk/>
          <pc:sldMk cId="2037493806" sldId="275"/>
        </pc:sldMkLst>
        <pc:spChg chg="mod">
          <ac:chgData name="Mladen Borovič" userId="b42f88c1-a761-41f8-ba08-c119211cc4a8" providerId="ADAL" clId="{D194ED4C-3652-4162-B0FA-929F6452222D}" dt="2025-10-05T14:31:34.222" v="3" actId="404"/>
          <ac:spMkLst>
            <pc:docMk/>
            <pc:sldMk cId="2037493806" sldId="275"/>
            <ac:spMk id="4" creationId="{00000000-0000-0000-0000-000000000000}"/>
          </ac:spMkLst>
        </pc:spChg>
      </pc:sldChg>
      <pc:sldChg chg="modSp">
        <pc:chgData name="Mladen Borovič" userId="b42f88c1-a761-41f8-ba08-c119211cc4a8" providerId="ADAL" clId="{D194ED4C-3652-4162-B0FA-929F6452222D}" dt="2025-10-05T14:31:22.155" v="2" actId="404"/>
        <pc:sldMkLst>
          <pc:docMk/>
          <pc:sldMk cId="2695868029" sldId="276"/>
        </pc:sldMkLst>
        <pc:spChg chg="mod">
          <ac:chgData name="Mladen Borovič" userId="b42f88c1-a761-41f8-ba08-c119211cc4a8" providerId="ADAL" clId="{D194ED4C-3652-4162-B0FA-929F6452222D}" dt="2025-10-05T14:31:22.155" v="2" actId="404"/>
          <ac:spMkLst>
            <pc:docMk/>
            <pc:sldMk cId="2695868029" sldId="276"/>
            <ac:spMk id="4" creationId="{00000000-0000-0000-0000-000000000000}"/>
          </ac:spMkLst>
        </pc:spChg>
      </pc:sldChg>
      <pc:sldChg chg="modSp">
        <pc:chgData name="Mladen Borovič" userId="b42f88c1-a761-41f8-ba08-c119211cc4a8" providerId="ADAL" clId="{D194ED4C-3652-4162-B0FA-929F6452222D}" dt="2025-10-05T14:30:26.724" v="0" actId="404"/>
        <pc:sldMkLst>
          <pc:docMk/>
          <pc:sldMk cId="3049020875" sldId="280"/>
        </pc:sldMkLst>
        <pc:spChg chg="mod">
          <ac:chgData name="Mladen Borovič" userId="b42f88c1-a761-41f8-ba08-c119211cc4a8" providerId="ADAL" clId="{D194ED4C-3652-4162-B0FA-929F6452222D}" dt="2025-10-05T14:30:26.724" v="0" actId="404"/>
          <ac:spMkLst>
            <pc:docMk/>
            <pc:sldMk cId="3049020875" sldId="280"/>
            <ac:spMk id="4" creationId="{B6B5093B-A992-04E5-5178-FD24F2B7BC5F}"/>
          </ac:spMkLst>
        </pc:spChg>
      </pc:sldChg>
      <pc:sldChg chg="del">
        <pc:chgData name="Mladen Borovič" userId="b42f88c1-a761-41f8-ba08-c119211cc4a8" providerId="ADAL" clId="{D194ED4C-3652-4162-B0FA-929F6452222D}" dt="2025-10-05T14:47:47.720" v="1497" actId="2696"/>
        <pc:sldMkLst>
          <pc:docMk/>
          <pc:sldMk cId="1387981826" sldId="281"/>
        </pc:sldMkLst>
      </pc:sldChg>
      <pc:sldChg chg="del">
        <pc:chgData name="Mladen Borovič" userId="b42f88c1-a761-41f8-ba08-c119211cc4a8" providerId="ADAL" clId="{D194ED4C-3652-4162-B0FA-929F6452222D}" dt="2025-10-05T14:47:41.391" v="1496" actId="2696"/>
        <pc:sldMkLst>
          <pc:docMk/>
          <pc:sldMk cId="4228444207" sldId="282"/>
        </pc:sldMkLst>
      </pc:sldChg>
      <pc:sldChg chg="modSp mod">
        <pc:chgData name="Mladen Borovič" userId="b42f88c1-a761-41f8-ba08-c119211cc4a8" providerId="ADAL" clId="{D194ED4C-3652-4162-B0FA-929F6452222D}" dt="2025-10-05T14:35:08.001" v="257" actId="21"/>
        <pc:sldMkLst>
          <pc:docMk/>
          <pc:sldMk cId="2801895219" sldId="283"/>
        </pc:sldMkLst>
        <pc:spChg chg="mod">
          <ac:chgData name="Mladen Borovič" userId="b42f88c1-a761-41f8-ba08-c119211cc4a8" providerId="ADAL" clId="{D194ED4C-3652-4162-B0FA-929F6452222D}" dt="2025-10-05T14:33:05.555" v="35" actId="20577"/>
          <ac:spMkLst>
            <pc:docMk/>
            <pc:sldMk cId="2801895219" sldId="283"/>
            <ac:spMk id="3" creationId="{00000000-0000-0000-0000-000000000000}"/>
          </ac:spMkLst>
        </pc:spChg>
        <pc:spChg chg="mod">
          <ac:chgData name="Mladen Borovič" userId="b42f88c1-a761-41f8-ba08-c119211cc4a8" providerId="ADAL" clId="{D194ED4C-3652-4162-B0FA-929F6452222D}" dt="2025-10-05T14:35:08.001" v="257" actId="21"/>
          <ac:spMkLst>
            <pc:docMk/>
            <pc:sldMk cId="2801895219" sldId="283"/>
            <ac:spMk id="4" creationId="{00000000-0000-0000-0000-000000000000}"/>
          </ac:spMkLst>
        </pc:spChg>
      </pc:sldChg>
      <pc:sldChg chg="modSp add mod ord">
        <pc:chgData name="Mladen Borovič" userId="b42f88c1-a761-41f8-ba08-c119211cc4a8" providerId="ADAL" clId="{D194ED4C-3652-4162-B0FA-929F6452222D}" dt="2025-10-05T14:50:39.427" v="1733" actId="20577"/>
        <pc:sldMkLst>
          <pc:docMk/>
          <pc:sldMk cId="2367845497" sldId="284"/>
        </pc:sldMkLst>
        <pc:spChg chg="mod">
          <ac:chgData name="Mladen Borovič" userId="b42f88c1-a761-41f8-ba08-c119211cc4a8" providerId="ADAL" clId="{D194ED4C-3652-4162-B0FA-929F6452222D}" dt="2025-10-05T14:35:22.151" v="270" actId="20577"/>
          <ac:spMkLst>
            <pc:docMk/>
            <pc:sldMk cId="2367845497" sldId="284"/>
            <ac:spMk id="3" creationId="{CB00E04C-D31B-ED3D-ED62-F5F3ECE88FCF}"/>
          </ac:spMkLst>
        </pc:spChg>
        <pc:spChg chg="mod">
          <ac:chgData name="Mladen Borovič" userId="b42f88c1-a761-41f8-ba08-c119211cc4a8" providerId="ADAL" clId="{D194ED4C-3652-4162-B0FA-929F6452222D}" dt="2025-10-05T14:50:39.427" v="1733" actId="20577"/>
          <ac:spMkLst>
            <pc:docMk/>
            <pc:sldMk cId="2367845497" sldId="284"/>
            <ac:spMk id="4" creationId="{7260B581-509F-41C9-B2A6-1C27746E6F41}"/>
          </ac:spMkLst>
        </pc:spChg>
      </pc:sldChg>
      <pc:sldChg chg="modSp add mod">
        <pc:chgData name="Mladen Borovič" userId="b42f88c1-a761-41f8-ba08-c119211cc4a8" providerId="ADAL" clId="{D194ED4C-3652-4162-B0FA-929F6452222D}" dt="2025-10-05T14:50:47.539" v="1737" actId="20577"/>
        <pc:sldMkLst>
          <pc:docMk/>
          <pc:sldMk cId="1899202517" sldId="285"/>
        </pc:sldMkLst>
        <pc:spChg chg="mod">
          <ac:chgData name="Mladen Borovič" userId="b42f88c1-a761-41f8-ba08-c119211cc4a8" providerId="ADAL" clId="{D194ED4C-3652-4162-B0FA-929F6452222D}" dt="2025-10-05T14:40:12.211" v="757" actId="20577"/>
          <ac:spMkLst>
            <pc:docMk/>
            <pc:sldMk cId="1899202517" sldId="285"/>
            <ac:spMk id="3" creationId="{C4DE720B-3A42-A3A1-31FE-4C71294D233C}"/>
          </ac:spMkLst>
        </pc:spChg>
        <pc:spChg chg="mod">
          <ac:chgData name="Mladen Borovič" userId="b42f88c1-a761-41f8-ba08-c119211cc4a8" providerId="ADAL" clId="{D194ED4C-3652-4162-B0FA-929F6452222D}" dt="2025-10-05T14:50:47.539" v="1737" actId="20577"/>
          <ac:spMkLst>
            <pc:docMk/>
            <pc:sldMk cId="1899202517" sldId="285"/>
            <ac:spMk id="4" creationId="{9D63D9AA-1D3B-E28F-9553-78DD9E6CF850}"/>
          </ac:spMkLst>
        </pc:spChg>
      </pc:sldChg>
      <pc:sldChg chg="modSp add mod">
        <pc:chgData name="Mladen Borovič" userId="b42f88c1-a761-41f8-ba08-c119211cc4a8" providerId="ADAL" clId="{D194ED4C-3652-4162-B0FA-929F6452222D}" dt="2025-10-05T14:50:52.105" v="1741" actId="20577"/>
        <pc:sldMkLst>
          <pc:docMk/>
          <pc:sldMk cId="1297548753" sldId="286"/>
        </pc:sldMkLst>
        <pc:spChg chg="mod">
          <ac:chgData name="Mladen Borovič" userId="b42f88c1-a761-41f8-ba08-c119211cc4a8" providerId="ADAL" clId="{D194ED4C-3652-4162-B0FA-929F6452222D}" dt="2025-10-05T14:42:30.419" v="911" actId="20577"/>
          <ac:spMkLst>
            <pc:docMk/>
            <pc:sldMk cId="1297548753" sldId="286"/>
            <ac:spMk id="3" creationId="{7D64EF1E-387F-2558-4B9E-BC80F8162A3E}"/>
          </ac:spMkLst>
        </pc:spChg>
        <pc:spChg chg="mod">
          <ac:chgData name="Mladen Borovič" userId="b42f88c1-a761-41f8-ba08-c119211cc4a8" providerId="ADAL" clId="{D194ED4C-3652-4162-B0FA-929F6452222D}" dt="2025-10-05T14:50:52.105" v="1741" actId="20577"/>
          <ac:spMkLst>
            <pc:docMk/>
            <pc:sldMk cId="1297548753" sldId="286"/>
            <ac:spMk id="4" creationId="{43717186-7465-080B-C9FF-3B1F0FFDC987}"/>
          </ac:spMkLst>
        </pc:spChg>
      </pc:sldChg>
      <pc:sldChg chg="modSp add mod">
        <pc:chgData name="Mladen Borovič" userId="b42f88c1-a761-41f8-ba08-c119211cc4a8" providerId="ADAL" clId="{D194ED4C-3652-4162-B0FA-929F6452222D}" dt="2025-10-05T14:44:17.145" v="1128" actId="20577"/>
        <pc:sldMkLst>
          <pc:docMk/>
          <pc:sldMk cId="721224005" sldId="287"/>
        </pc:sldMkLst>
        <pc:spChg chg="mod">
          <ac:chgData name="Mladen Borovič" userId="b42f88c1-a761-41f8-ba08-c119211cc4a8" providerId="ADAL" clId="{D194ED4C-3652-4162-B0FA-929F6452222D}" dt="2025-10-05T14:42:45.906" v="915" actId="20577"/>
          <ac:spMkLst>
            <pc:docMk/>
            <pc:sldMk cId="721224005" sldId="287"/>
            <ac:spMk id="3" creationId="{439B922D-B8BC-0ABC-5246-7FF4329B21D9}"/>
          </ac:spMkLst>
        </pc:spChg>
        <pc:spChg chg="mod">
          <ac:chgData name="Mladen Borovič" userId="b42f88c1-a761-41f8-ba08-c119211cc4a8" providerId="ADAL" clId="{D194ED4C-3652-4162-B0FA-929F6452222D}" dt="2025-10-05T14:44:17.145" v="1128" actId="20577"/>
          <ac:spMkLst>
            <pc:docMk/>
            <pc:sldMk cId="721224005" sldId="287"/>
            <ac:spMk id="4" creationId="{F682B7D7-03C1-6937-A300-837093E2539B}"/>
          </ac:spMkLst>
        </pc:spChg>
      </pc:sldChg>
      <pc:sldChg chg="modSp add mod">
        <pc:chgData name="Mladen Borovič" userId="b42f88c1-a761-41f8-ba08-c119211cc4a8" providerId="ADAL" clId="{D194ED4C-3652-4162-B0FA-929F6452222D}" dt="2025-10-05T14:47:32.003" v="1495" actId="20577"/>
        <pc:sldMkLst>
          <pc:docMk/>
          <pc:sldMk cId="1543144112" sldId="288"/>
        </pc:sldMkLst>
        <pc:spChg chg="mod">
          <ac:chgData name="Mladen Borovič" userId="b42f88c1-a761-41f8-ba08-c119211cc4a8" providerId="ADAL" clId="{D194ED4C-3652-4162-B0FA-929F6452222D}" dt="2025-10-05T14:44:51.271" v="1130" actId="20577"/>
          <ac:spMkLst>
            <pc:docMk/>
            <pc:sldMk cId="1543144112" sldId="288"/>
            <ac:spMk id="3" creationId="{4BED5D20-D527-0895-EAA0-DF24CE24DD0F}"/>
          </ac:spMkLst>
        </pc:spChg>
        <pc:spChg chg="mod">
          <ac:chgData name="Mladen Borovič" userId="b42f88c1-a761-41f8-ba08-c119211cc4a8" providerId="ADAL" clId="{D194ED4C-3652-4162-B0FA-929F6452222D}" dt="2025-10-05T14:47:32.003" v="1495" actId="20577"/>
          <ac:spMkLst>
            <pc:docMk/>
            <pc:sldMk cId="1543144112" sldId="288"/>
            <ac:spMk id="4" creationId="{A68383CA-EC63-931E-7EEA-D1C71CC63698}"/>
          </ac:spMkLst>
        </pc:spChg>
      </pc:sldChg>
      <pc:sldChg chg="modSp add mod">
        <pc:chgData name="Mladen Borovič" userId="b42f88c1-a761-41f8-ba08-c119211cc4a8" providerId="ADAL" clId="{D194ED4C-3652-4162-B0FA-929F6452222D}" dt="2025-10-05T14:50:16.171" v="1727" actId="20577"/>
        <pc:sldMkLst>
          <pc:docMk/>
          <pc:sldMk cId="1437674498" sldId="289"/>
        </pc:sldMkLst>
        <pc:spChg chg="mod">
          <ac:chgData name="Mladen Borovič" userId="b42f88c1-a761-41f8-ba08-c119211cc4a8" providerId="ADAL" clId="{D194ED4C-3652-4162-B0FA-929F6452222D}" dt="2025-10-05T14:50:16.171" v="1727" actId="20577"/>
          <ac:spMkLst>
            <pc:docMk/>
            <pc:sldMk cId="1437674498" sldId="289"/>
            <ac:spMk id="4" creationId="{00000000-0000-0000-0000-000000000000}"/>
          </ac:spMkLst>
        </pc:spChg>
      </pc:sldChg>
    </pc:docChg>
  </pc:docChgLst>
  <pc:docChgLst>
    <pc:chgData name="Mladen Borovič" userId="b42f88c1-a761-41f8-ba08-c119211cc4a8" providerId="ADAL" clId="{5D98D45C-6E7A-4530-BC33-C1E4E8D0691D}"/>
    <pc:docChg chg="custSel modSld">
      <pc:chgData name="Mladen Borovič" userId="b42f88c1-a761-41f8-ba08-c119211cc4a8" providerId="ADAL" clId="{5D98D45C-6E7A-4530-BC33-C1E4E8D0691D}" dt="2023-02-20T11:12:05.636" v="10" actId="20577"/>
      <pc:docMkLst>
        <pc:docMk/>
      </pc:docMkLst>
      <pc:sldChg chg="modSp mod">
        <pc:chgData name="Mladen Borovič" userId="b42f88c1-a761-41f8-ba08-c119211cc4a8" providerId="ADAL" clId="{5D98D45C-6E7A-4530-BC33-C1E4E8D0691D}" dt="2023-02-20T11:12:05.636" v="10" actId="20577"/>
        <pc:sldMkLst>
          <pc:docMk/>
          <pc:sldMk cId="2795377594" sldId="256"/>
        </pc:sldMkLst>
      </pc:sldChg>
      <pc:sldChg chg="modSp mod">
        <pc:chgData name="Mladen Borovič" userId="b42f88c1-a761-41f8-ba08-c119211cc4a8" providerId="ADAL" clId="{5D98D45C-6E7A-4530-BC33-C1E4E8D0691D}" dt="2023-02-20T11:10:43.308" v="5" actId="20577"/>
        <pc:sldMkLst>
          <pc:docMk/>
          <pc:sldMk cId="328480568" sldId="271"/>
        </pc:sldMkLst>
      </pc:sldChg>
    </pc:docChg>
  </pc:docChgLst>
  <pc:docChgLst>
    <pc:chgData name="Mladen Borovič" userId="b42f88c1-a761-41f8-ba08-c119211cc4a8" providerId="ADAL" clId="{02A9C0D6-8877-4FA0-989F-D627520BCEF0}"/>
    <pc:docChg chg="modSld">
      <pc:chgData name="Mladen Borovič" userId="b42f88c1-a761-41f8-ba08-c119211cc4a8" providerId="ADAL" clId="{02A9C0D6-8877-4FA0-989F-D627520BCEF0}" dt="2021-02-25T10:48:43.828" v="9" actId="20577"/>
      <pc:docMkLst>
        <pc:docMk/>
      </pc:docMkLst>
      <pc:sldChg chg="modSp mod">
        <pc:chgData name="Mladen Borovič" userId="b42f88c1-a761-41f8-ba08-c119211cc4a8" providerId="ADAL" clId="{02A9C0D6-8877-4FA0-989F-D627520BCEF0}" dt="2021-02-25T10:48:43.828" v="9" actId="20577"/>
        <pc:sldMkLst>
          <pc:docMk/>
          <pc:sldMk cId="328480568" sldId="271"/>
        </pc:sldMkLst>
      </pc:sldChg>
    </pc:docChg>
  </pc:docChgLst>
  <pc:docChgLst>
    <pc:chgData name="Mladen Borovič" userId="b42f88c1-a761-41f8-ba08-c119211cc4a8" providerId="ADAL" clId="{301BAF19-9DC8-4FD6-9E34-686BDC584114}"/>
    <pc:docChg chg="undo custSel addSld delSld modSld">
      <pc:chgData name="Mladen Borovič" userId="b42f88c1-a761-41f8-ba08-c119211cc4a8" providerId="ADAL" clId="{301BAF19-9DC8-4FD6-9E34-686BDC584114}" dt="2023-08-04T11:43:20.236" v="6295" actId="404"/>
      <pc:docMkLst>
        <pc:docMk/>
      </pc:docMkLst>
      <pc:sldChg chg="modSp mod">
        <pc:chgData name="Mladen Borovič" userId="b42f88c1-a761-41f8-ba08-c119211cc4a8" providerId="ADAL" clId="{301BAF19-9DC8-4FD6-9E34-686BDC584114}" dt="2023-07-19T10:45:46.622" v="367" actId="1076"/>
        <pc:sldMkLst>
          <pc:docMk/>
          <pc:sldMk cId="2795377594" sldId="256"/>
        </pc:sldMkLst>
      </pc:sldChg>
      <pc:sldChg chg="del">
        <pc:chgData name="Mladen Borovič" userId="b42f88c1-a761-41f8-ba08-c119211cc4a8" providerId="ADAL" clId="{301BAF19-9DC8-4FD6-9E34-686BDC584114}" dt="2023-07-19T12:21:45.630" v="5593" actId="47"/>
        <pc:sldMkLst>
          <pc:docMk/>
          <pc:sldMk cId="2062681491" sldId="262"/>
        </pc:sldMkLst>
      </pc:sldChg>
      <pc:sldChg chg="addSp delSp modSp mod">
        <pc:chgData name="Mladen Borovič" userId="b42f88c1-a761-41f8-ba08-c119211cc4a8" providerId="ADAL" clId="{301BAF19-9DC8-4FD6-9E34-686BDC584114}" dt="2023-07-19T12:29:45.997" v="6221" actId="20577"/>
        <pc:sldMkLst>
          <pc:docMk/>
          <pc:sldMk cId="2052955499" sldId="265"/>
        </pc:sldMkLst>
      </pc:sldChg>
      <pc:sldChg chg="modSp mod">
        <pc:chgData name="Mladen Borovič" userId="b42f88c1-a761-41f8-ba08-c119211cc4a8" providerId="ADAL" clId="{301BAF19-9DC8-4FD6-9E34-686BDC584114}" dt="2023-07-19T12:36:04.988" v="6293" actId="6549"/>
        <pc:sldMkLst>
          <pc:docMk/>
          <pc:sldMk cId="4228491986" sldId="270"/>
        </pc:sldMkLst>
      </pc:sldChg>
      <pc:sldChg chg="modSp">
        <pc:chgData name="Mladen Borovič" userId="b42f88c1-a761-41f8-ba08-c119211cc4a8" providerId="ADAL" clId="{301BAF19-9DC8-4FD6-9E34-686BDC584114}" dt="2023-08-04T11:43:20.236" v="6295" actId="404"/>
        <pc:sldMkLst>
          <pc:docMk/>
          <pc:sldMk cId="328480568" sldId="271"/>
        </pc:sldMkLst>
      </pc:sldChg>
      <pc:sldChg chg="del">
        <pc:chgData name="Mladen Borovič" userId="b42f88c1-a761-41f8-ba08-c119211cc4a8" providerId="ADAL" clId="{301BAF19-9DC8-4FD6-9E34-686BDC584114}" dt="2023-07-19T12:21:45.630" v="5593" actId="47"/>
        <pc:sldMkLst>
          <pc:docMk/>
          <pc:sldMk cId="2673830653" sldId="273"/>
        </pc:sldMkLst>
      </pc:sldChg>
      <pc:sldChg chg="del">
        <pc:chgData name="Mladen Borovič" userId="b42f88c1-a761-41f8-ba08-c119211cc4a8" providerId="ADAL" clId="{301BAF19-9DC8-4FD6-9E34-686BDC584114}" dt="2023-07-19T12:21:45.630" v="5593" actId="47"/>
        <pc:sldMkLst>
          <pc:docMk/>
          <pc:sldMk cId="1997198143" sldId="274"/>
        </pc:sldMkLst>
      </pc:sldChg>
      <pc:sldChg chg="modSp mod">
        <pc:chgData name="Mladen Borovič" userId="b42f88c1-a761-41f8-ba08-c119211cc4a8" providerId="ADAL" clId="{301BAF19-9DC8-4FD6-9E34-686BDC584114}" dt="2023-07-19T12:31:37.019" v="6233" actId="20577"/>
        <pc:sldMkLst>
          <pc:docMk/>
          <pc:sldMk cId="2037493806" sldId="275"/>
        </pc:sldMkLst>
      </pc:sldChg>
      <pc:sldChg chg="addSp modSp mod">
        <pc:chgData name="Mladen Borovič" userId="b42f88c1-a761-41f8-ba08-c119211cc4a8" providerId="ADAL" clId="{301BAF19-9DC8-4FD6-9E34-686BDC584114}" dt="2023-07-19T12:30:14.121" v="6226" actId="1076"/>
        <pc:sldMkLst>
          <pc:docMk/>
          <pc:sldMk cId="2695868029" sldId="276"/>
        </pc:sldMkLst>
      </pc:sldChg>
      <pc:sldChg chg="del">
        <pc:chgData name="Mladen Borovič" userId="b42f88c1-a761-41f8-ba08-c119211cc4a8" providerId="ADAL" clId="{301BAF19-9DC8-4FD6-9E34-686BDC584114}" dt="2023-07-19T12:21:45.630" v="5593" actId="47"/>
        <pc:sldMkLst>
          <pc:docMk/>
          <pc:sldMk cId="2442990241" sldId="277"/>
        </pc:sldMkLst>
      </pc:sldChg>
      <pc:sldChg chg="del">
        <pc:chgData name="Mladen Borovič" userId="b42f88c1-a761-41f8-ba08-c119211cc4a8" providerId="ADAL" clId="{301BAF19-9DC8-4FD6-9E34-686BDC584114}" dt="2023-07-19T12:21:45.630" v="5593" actId="47"/>
        <pc:sldMkLst>
          <pc:docMk/>
          <pc:sldMk cId="3728982430" sldId="278"/>
        </pc:sldMkLst>
      </pc:sldChg>
      <pc:sldChg chg="modSp new del mod">
        <pc:chgData name="Mladen Borovič" userId="b42f88c1-a761-41f8-ba08-c119211cc4a8" providerId="ADAL" clId="{301BAF19-9DC8-4FD6-9E34-686BDC584114}" dt="2023-07-19T12:27:56.096" v="6189" actId="2696"/>
        <pc:sldMkLst>
          <pc:docMk/>
          <pc:sldMk cId="2088608821" sldId="279"/>
        </pc:sldMkLst>
      </pc:sldChg>
      <pc:sldChg chg="addSp modSp new mod">
        <pc:chgData name="Mladen Borovič" userId="b42f88c1-a761-41f8-ba08-c119211cc4a8" providerId="ADAL" clId="{301BAF19-9DC8-4FD6-9E34-686BDC584114}" dt="2023-07-19T12:28:18.745" v="6207" actId="1076"/>
        <pc:sldMkLst>
          <pc:docMk/>
          <pc:sldMk cId="3049020875" sldId="280"/>
        </pc:sldMkLst>
      </pc:sldChg>
      <pc:sldChg chg="new del">
        <pc:chgData name="Mladen Borovič" userId="b42f88c1-a761-41f8-ba08-c119211cc4a8" providerId="ADAL" clId="{301BAF19-9DC8-4FD6-9E34-686BDC584114}" dt="2023-07-19T11:21:02.508" v="1020" actId="2696"/>
        <pc:sldMkLst>
          <pc:docMk/>
          <pc:sldMk cId="1011724140" sldId="281"/>
        </pc:sldMkLst>
      </pc:sldChg>
      <pc:sldChg chg="modSp add mod">
        <pc:chgData name="Mladen Borovič" userId="b42f88c1-a761-41f8-ba08-c119211cc4a8" providerId="ADAL" clId="{301BAF19-9DC8-4FD6-9E34-686BDC584114}" dt="2023-07-19T12:07:08.585" v="4760" actId="15"/>
        <pc:sldMkLst>
          <pc:docMk/>
          <pc:sldMk cId="1387981826" sldId="281"/>
        </pc:sldMkLst>
      </pc:sldChg>
      <pc:sldChg chg="addSp delSp modSp new mod">
        <pc:chgData name="Mladen Borovič" userId="b42f88c1-a761-41f8-ba08-c119211cc4a8" providerId="ADAL" clId="{301BAF19-9DC8-4FD6-9E34-686BDC584114}" dt="2023-07-19T12:12:06.276" v="5043" actId="20577"/>
        <pc:sldMkLst>
          <pc:docMk/>
          <pc:sldMk cId="4228444207" sldId="282"/>
        </pc:sldMkLst>
      </pc:sldChg>
      <pc:sldChg chg="new del">
        <pc:chgData name="Mladen Borovič" userId="b42f88c1-a761-41f8-ba08-c119211cc4a8" providerId="ADAL" clId="{301BAF19-9DC8-4FD6-9E34-686BDC584114}" dt="2023-07-19T12:10:16.975" v="4871" actId="2696"/>
        <pc:sldMkLst>
          <pc:docMk/>
          <pc:sldMk cId="1343094310" sldId="283"/>
        </pc:sldMkLst>
      </pc:sldChg>
      <pc:sldChg chg="addSp delSp modSp add mod">
        <pc:chgData name="Mladen Borovič" userId="b42f88c1-a761-41f8-ba08-c119211cc4a8" providerId="ADAL" clId="{301BAF19-9DC8-4FD6-9E34-686BDC584114}" dt="2023-07-19T12:33:20.355" v="6240" actId="20577"/>
        <pc:sldMkLst>
          <pc:docMk/>
          <pc:sldMk cId="858641663" sldId="284"/>
        </pc:sldMkLst>
      </pc:sldChg>
      <pc:sldChg chg="addSp delSp modSp add del mod">
        <pc:chgData name="Mladen Borovič" userId="b42f88c1-a761-41f8-ba08-c119211cc4a8" providerId="ADAL" clId="{301BAF19-9DC8-4FD6-9E34-686BDC584114}" dt="2023-07-19T12:21:45.630" v="5593" actId="47"/>
        <pc:sldMkLst>
          <pc:docMk/>
          <pc:sldMk cId="2316887979" sldId="285"/>
        </pc:sldMkLst>
      </pc:sldChg>
      <pc:sldChg chg="addSp delSp modSp add mod">
        <pc:chgData name="Mladen Borovič" userId="b42f88c1-a761-41f8-ba08-c119211cc4a8" providerId="ADAL" clId="{301BAF19-9DC8-4FD6-9E34-686BDC584114}" dt="2023-07-19T12:35:11.362" v="6270" actId="1076"/>
        <pc:sldMkLst>
          <pc:docMk/>
          <pc:sldMk cId="3546277005" sldId="2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grada datum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07825-8529-4B4B-97B0-58DFFD3405C8}" type="datetimeFigureOut">
              <a:rPr lang="sl-SI" smtClean="0"/>
              <a:t>5. 10. 2025</a:t>
            </a:fld>
            <a:endParaRPr lang="sl-SI"/>
          </a:p>
        </p:txBody>
      </p:sp>
      <p:sp>
        <p:nvSpPr>
          <p:cNvPr id="4" name="Ograda noge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5" name="Ograda številke diapozitiva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6B28D-31DF-4F79-8439-A95A0F237830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906273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719EA-6195-4091-963B-595724FFC946}" type="datetimeFigureOut">
              <a:rPr lang="sl-SI" smtClean="0"/>
              <a:t>5. 10. 2025</a:t>
            </a:fld>
            <a:endParaRPr lang="sl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B775F-F8D6-4738-A0EF-069010D5B1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272381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BB775F-F8D6-4738-A0EF-069010D5B146}" type="slidenum">
              <a:rPr lang="sl-SI" smtClean="0"/>
              <a:t>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47308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31640" y="1320801"/>
            <a:ext cx="6696744" cy="2684264"/>
          </a:xfrm>
        </p:spPr>
        <p:txBody>
          <a:bodyPr anchor="b"/>
          <a:lstStyle>
            <a:lvl1pPr algn="ctr">
              <a:defRPr sz="4400">
                <a:latin typeface="Calibri" pitchFamily="34" charset="0"/>
              </a:defRPr>
            </a:lvl1pPr>
          </a:lstStyle>
          <a:p>
            <a:pPr lvl="0"/>
            <a:r>
              <a:rPr lang="sl-SI" noProof="0"/>
              <a:t>Glavni naslov</a:t>
            </a:r>
            <a:endParaRPr lang="en-GB" noProof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31640" y="4221089"/>
            <a:ext cx="6688832" cy="172784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200">
                <a:solidFill>
                  <a:schemeClr val="bg1">
                    <a:lumMod val="65000"/>
                  </a:schemeClr>
                </a:solidFill>
                <a:latin typeface="Calibri" pitchFamily="34" charset="0"/>
              </a:defRPr>
            </a:lvl1pPr>
          </a:lstStyle>
          <a:p>
            <a:pPr lvl="0"/>
            <a:r>
              <a:rPr lang="sl-SI" noProof="0"/>
              <a:t>Podnaslov</a:t>
            </a:r>
            <a:endParaRPr lang="en-GB" noProof="0"/>
          </a:p>
        </p:txBody>
      </p:sp>
      <p:pic>
        <p:nvPicPr>
          <p:cNvPr id="2" name="Slika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60648"/>
            <a:ext cx="2448272" cy="1337064"/>
          </a:xfrm>
          <a:prstGeom prst="rect">
            <a:avLst/>
          </a:prstGeom>
        </p:spPr>
      </p:pic>
      <p:pic>
        <p:nvPicPr>
          <p:cNvPr id="7" name="Slika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9" y="6417559"/>
            <a:ext cx="380953" cy="323810"/>
          </a:xfrm>
          <a:prstGeom prst="rect">
            <a:avLst/>
          </a:prstGeom>
        </p:spPr>
      </p:pic>
      <p:sp>
        <p:nvSpPr>
          <p:cNvPr id="8" name="PoljeZBesedilom 7"/>
          <p:cNvSpPr txBox="1"/>
          <p:nvPr userDrawn="1"/>
        </p:nvSpPr>
        <p:spPr>
          <a:xfrm>
            <a:off x="488500" y="6440964"/>
            <a:ext cx="1789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>
                <a:solidFill>
                  <a:srgbClr val="000000"/>
                </a:solidFill>
              </a:rPr>
              <a:t>Inštitut za računalništvo</a:t>
            </a:r>
          </a:p>
        </p:txBody>
      </p:sp>
      <p:sp>
        <p:nvSpPr>
          <p:cNvPr id="10" name="PoljeZBesedilom 9"/>
          <p:cNvSpPr txBox="1"/>
          <p:nvPr userDrawn="1"/>
        </p:nvSpPr>
        <p:spPr>
          <a:xfrm>
            <a:off x="4998455" y="6464369"/>
            <a:ext cx="3405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>
                <a:solidFill>
                  <a:srgbClr val="000000"/>
                </a:solidFill>
              </a:rPr>
              <a:t>Laboratorij za heterogene računalniške sisteme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6290062"/>
            <a:ext cx="692322" cy="562512"/>
          </a:xfrm>
          <a:prstGeom prst="rect">
            <a:avLst/>
          </a:prstGeom>
        </p:spPr>
      </p:pic>
      <p:pic>
        <p:nvPicPr>
          <p:cNvPr id="1026" name="Picture 2" descr="http://cs.feri.um.si/site/assets/files/1066/logo_gemma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413" y="5874056"/>
            <a:ext cx="695325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PoljeZBesedilom 9"/>
          <p:cNvSpPr txBox="1"/>
          <p:nvPr userDrawn="1"/>
        </p:nvSpPr>
        <p:spPr>
          <a:xfrm>
            <a:off x="3090881" y="5948934"/>
            <a:ext cx="53126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>
                <a:solidFill>
                  <a:srgbClr val="000000"/>
                </a:solidFill>
              </a:rPr>
              <a:t>Laboratorij za </a:t>
            </a:r>
            <a:r>
              <a:rPr lang="sl-SI" sz="1200" dirty="0" err="1">
                <a:solidFill>
                  <a:srgbClr val="000000"/>
                </a:solidFill>
              </a:rPr>
              <a:t>geoprostorsko</a:t>
            </a:r>
            <a:r>
              <a:rPr lang="sl-SI" sz="1200" dirty="0">
                <a:solidFill>
                  <a:srgbClr val="000000"/>
                </a:solidFill>
              </a:rPr>
              <a:t> modeliranje, multimedijo in umetno inteligenco</a:t>
            </a:r>
          </a:p>
        </p:txBody>
      </p:sp>
    </p:spTree>
    <p:extLst>
      <p:ext uri="{BB962C8B-B14F-4D97-AF65-F5344CB8AC3E}">
        <p14:creationId xmlns:p14="http://schemas.microsoft.com/office/powerpoint/2010/main" val="2241087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28800"/>
            <a:ext cx="77724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l-SI" dirty="0"/>
              <a:t>Tekst</a:t>
            </a:r>
            <a:endParaRPr lang="en-US" dirty="0"/>
          </a:p>
          <a:p>
            <a:pPr lvl="1"/>
            <a:r>
              <a:rPr lang="sl-SI" dirty="0"/>
              <a:t>Druga raven</a:t>
            </a:r>
            <a:endParaRPr lang="en-US" dirty="0"/>
          </a:p>
          <a:p>
            <a:pPr lvl="2"/>
            <a:r>
              <a:rPr lang="sl-SI" dirty="0"/>
              <a:t>Tretja raven</a:t>
            </a:r>
            <a:endParaRPr lang="en-US" dirty="0"/>
          </a:p>
          <a:p>
            <a:pPr lvl="3"/>
            <a:r>
              <a:rPr lang="sl-SI" dirty="0"/>
              <a:t>Četrta raven</a:t>
            </a:r>
            <a:endParaRPr lang="en-US" dirty="0"/>
          </a:p>
          <a:p>
            <a:pPr lvl="4"/>
            <a:r>
              <a:rPr lang="sl-SI" dirty="0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234246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28800"/>
            <a:ext cx="77724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Naslov strani</a:t>
            </a:r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38483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58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9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58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193177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8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5710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16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28800"/>
            <a:ext cx="77724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l-SI" dirty="0"/>
              <a:t>Tekst</a:t>
            </a:r>
            <a:endParaRPr lang="en-US" dirty="0"/>
          </a:p>
          <a:p>
            <a:pPr lvl="1"/>
            <a:r>
              <a:rPr lang="sl-SI" dirty="0"/>
              <a:t>Druga raven</a:t>
            </a:r>
            <a:endParaRPr lang="en-US" dirty="0"/>
          </a:p>
          <a:p>
            <a:pPr lvl="2"/>
            <a:r>
              <a:rPr lang="sl-SI" dirty="0"/>
              <a:t>Tretja raven</a:t>
            </a:r>
            <a:endParaRPr lang="en-US" dirty="0"/>
          </a:p>
          <a:p>
            <a:pPr lvl="3"/>
            <a:r>
              <a:rPr lang="sl-SI" dirty="0"/>
              <a:t>Četrta raven</a:t>
            </a:r>
            <a:endParaRPr lang="en-US" dirty="0"/>
          </a:p>
          <a:p>
            <a:pPr lvl="4"/>
            <a:r>
              <a:rPr lang="sl-SI" dirty="0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3072845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476673"/>
            <a:ext cx="8153400" cy="104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4C4C4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l-SI"/>
              <a:t>Naslov strani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28800"/>
            <a:ext cx="7772400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4C4C4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70" r:id="rId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n"/>
        <a:defRPr sz="3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baseline="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20801"/>
            <a:ext cx="9144000" cy="2684264"/>
          </a:xfrm>
        </p:spPr>
        <p:txBody>
          <a:bodyPr/>
          <a:lstStyle/>
          <a:p>
            <a:pPr algn="ctr"/>
            <a:r>
              <a:rPr lang="en-SI" sz="3600" dirty="0" err="1"/>
              <a:t>Napredne</a:t>
            </a:r>
            <a:r>
              <a:rPr lang="en-SI" sz="3600" dirty="0"/>
              <a:t> </a:t>
            </a:r>
            <a:r>
              <a:rPr lang="en-SI" sz="3600" dirty="0" err="1"/>
              <a:t>arhitekture</a:t>
            </a:r>
            <a:r>
              <a:rPr lang="en-SI" sz="3600" dirty="0"/>
              <a:t> in </a:t>
            </a:r>
            <a:r>
              <a:rPr lang="en-SI" sz="3600" dirty="0" err="1"/>
              <a:t>učenje</a:t>
            </a:r>
            <a:r>
              <a:rPr lang="en-SI" sz="3600" dirty="0"/>
              <a:t> </a:t>
            </a:r>
            <a:r>
              <a:rPr lang="en-SI" sz="3600" dirty="0" err="1"/>
              <a:t>globokih</a:t>
            </a:r>
            <a:r>
              <a:rPr lang="en-SI" sz="3600" dirty="0"/>
              <a:t> </a:t>
            </a:r>
            <a:r>
              <a:rPr lang="en-SI" sz="3600" dirty="0" err="1"/>
              <a:t>nevronskih</a:t>
            </a:r>
            <a:r>
              <a:rPr lang="en-SI" sz="3600" dirty="0"/>
              <a:t> </a:t>
            </a:r>
            <a:r>
              <a:rPr lang="en-SI" sz="3600" dirty="0" err="1"/>
              <a:t>mrež</a:t>
            </a:r>
            <a:br>
              <a:rPr lang="en-GB" sz="3600" dirty="0"/>
            </a:br>
            <a:r>
              <a:rPr lang="en-GB" sz="3600" dirty="0"/>
              <a:t>(R-IT M</a:t>
            </a:r>
            <a:r>
              <a:rPr lang="en-SI" sz="3600" dirty="0"/>
              <a:t>AG</a:t>
            </a:r>
            <a:r>
              <a:rPr lang="en-GB" sz="3600" dirty="0"/>
              <a:t>)</a:t>
            </a:r>
            <a:endParaRPr lang="sl-SI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604" y="4149080"/>
            <a:ext cx="7128792" cy="1727845"/>
          </a:xfrm>
        </p:spPr>
        <p:txBody>
          <a:bodyPr/>
          <a:lstStyle/>
          <a:p>
            <a:pPr algn="ctr"/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Vaja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SI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–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SI" dirty="0" err="1">
                <a:solidFill>
                  <a:schemeClr val="bg1">
                    <a:lumMod val="50000"/>
                  </a:schemeClr>
                </a:solidFill>
              </a:rPr>
              <a:t>Prekomerno</a:t>
            </a:r>
            <a:r>
              <a:rPr lang="en-SI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SI" dirty="0" err="1">
                <a:solidFill>
                  <a:schemeClr val="bg1">
                    <a:lumMod val="50000"/>
                  </a:schemeClr>
                </a:solidFill>
              </a:rPr>
              <a:t>prileganje</a:t>
            </a:r>
            <a:r>
              <a:rPr lang="en-SI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en-SI" dirty="0" err="1">
                <a:solidFill>
                  <a:schemeClr val="bg1">
                    <a:lumMod val="50000"/>
                  </a:schemeClr>
                </a:solidFill>
              </a:rPr>
              <a:t>regularizacija</a:t>
            </a:r>
            <a:endParaRPr lang="sl-SI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37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curve&#10;&#10;Description automatically generated">
            <a:extLst>
              <a:ext uri="{FF2B5EF4-FFF2-40B4-BE49-F238E27FC236}">
                <a16:creationId xmlns:a16="http://schemas.microsoft.com/office/drawing/2014/main" id="{EB67471D-BCCB-F1F6-DD25-4E0AAC364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92" y="5206113"/>
            <a:ext cx="7730415" cy="159966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416783-F0B6-EFA1-4A94-37BB7562F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127E76-67E0-AA3E-C1CD-00A990D3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 err="1"/>
              <a:t>Prekomerno</a:t>
            </a:r>
            <a:r>
              <a:rPr lang="en-SI" dirty="0"/>
              <a:t> </a:t>
            </a:r>
            <a:r>
              <a:rPr lang="en-SI" dirty="0" err="1"/>
              <a:t>prileganje</a:t>
            </a:r>
            <a:endParaRPr lang="sl-S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5093B-A992-04E5-5178-FD24F2B7B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2776"/>
            <a:ext cx="9144000" cy="4608512"/>
          </a:xfrm>
        </p:spPr>
        <p:txBody>
          <a:bodyPr/>
          <a:lstStyle/>
          <a:p>
            <a:r>
              <a:rPr lang="en-SI" sz="2000" dirty="0"/>
              <a:t>Med </a:t>
            </a:r>
            <a:r>
              <a:rPr lang="en-SI" sz="2000" dirty="0" err="1"/>
              <a:t>učenjem</a:t>
            </a:r>
            <a:r>
              <a:rPr lang="en-SI" sz="2000" dirty="0"/>
              <a:t> </a:t>
            </a:r>
            <a:r>
              <a:rPr lang="en-SI" sz="2000" dirty="0" err="1"/>
              <a:t>nevronskih</a:t>
            </a:r>
            <a:r>
              <a:rPr lang="en-SI" sz="2000" dirty="0"/>
              <a:t> </a:t>
            </a:r>
            <a:r>
              <a:rPr lang="en-SI" sz="2000" dirty="0" err="1"/>
              <a:t>mrež</a:t>
            </a:r>
            <a:r>
              <a:rPr lang="en-SI" sz="2000" dirty="0"/>
              <a:t> so </a:t>
            </a:r>
            <a:r>
              <a:rPr lang="en-SI" sz="2000" dirty="0" err="1"/>
              <a:t>vedno</a:t>
            </a:r>
            <a:r>
              <a:rPr lang="en-SI" sz="2000" dirty="0"/>
              <a:t> </a:t>
            </a:r>
            <a:r>
              <a:rPr lang="en-SI" sz="2000" dirty="0" err="1"/>
              <a:t>razlike</a:t>
            </a:r>
            <a:r>
              <a:rPr lang="en-SI" sz="2000" dirty="0"/>
              <a:t> v </a:t>
            </a:r>
            <a:r>
              <a:rPr lang="en-SI" sz="2000" dirty="0" err="1"/>
              <a:t>uspešnosti</a:t>
            </a:r>
            <a:r>
              <a:rPr lang="en-SI" sz="2000" dirty="0"/>
              <a:t> </a:t>
            </a:r>
            <a:r>
              <a:rPr lang="en-SI" sz="2000" dirty="0" err="1"/>
              <a:t>klasifikacije</a:t>
            </a:r>
            <a:r>
              <a:rPr lang="en-SI" sz="2000" dirty="0"/>
              <a:t> med </a:t>
            </a:r>
            <a:r>
              <a:rPr lang="en-SI" sz="2000" dirty="0" err="1"/>
              <a:t>učno</a:t>
            </a:r>
            <a:r>
              <a:rPr lang="en-SI" sz="2000" dirty="0"/>
              <a:t> in </a:t>
            </a:r>
            <a:r>
              <a:rPr lang="en-SI" sz="2000" dirty="0" err="1"/>
              <a:t>testno</a:t>
            </a:r>
            <a:r>
              <a:rPr lang="en-SI" sz="2000" dirty="0"/>
              <a:t> </a:t>
            </a:r>
            <a:r>
              <a:rPr lang="en-SI" sz="2000" dirty="0" err="1"/>
              <a:t>množico</a:t>
            </a:r>
            <a:endParaRPr lang="en-SI" sz="2000" dirty="0"/>
          </a:p>
          <a:p>
            <a:r>
              <a:rPr lang="en-SI" sz="2000" dirty="0" err="1"/>
              <a:t>Če</a:t>
            </a:r>
            <a:r>
              <a:rPr lang="en-SI" sz="2000" dirty="0"/>
              <a:t> so </a:t>
            </a:r>
            <a:r>
              <a:rPr lang="en-SI" sz="2000" dirty="0" err="1"/>
              <a:t>razlike</a:t>
            </a:r>
            <a:r>
              <a:rPr lang="en-SI" sz="2000" dirty="0"/>
              <a:t> </a:t>
            </a:r>
            <a:r>
              <a:rPr lang="en-SI" sz="2000" dirty="0" err="1"/>
              <a:t>izrazite</a:t>
            </a:r>
            <a:r>
              <a:rPr lang="en-SI" sz="2000" dirty="0"/>
              <a:t>, </a:t>
            </a:r>
            <a:r>
              <a:rPr lang="en-SI" sz="2000" dirty="0" err="1"/>
              <a:t>govorimo</a:t>
            </a:r>
            <a:r>
              <a:rPr lang="en-SI" sz="2000" dirty="0"/>
              <a:t> o </a:t>
            </a:r>
            <a:r>
              <a:rPr lang="en-SI" sz="2000" dirty="0" err="1">
                <a:solidFill>
                  <a:srgbClr val="0070C0"/>
                </a:solidFill>
              </a:rPr>
              <a:t>prekomernem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prileganju</a:t>
            </a:r>
            <a:endParaRPr lang="en-SI" sz="2000" dirty="0">
              <a:solidFill>
                <a:srgbClr val="0070C0"/>
              </a:solidFill>
            </a:endParaRPr>
          </a:p>
          <a:p>
            <a:pPr lvl="1"/>
            <a:r>
              <a:rPr lang="en-SI" sz="1800" dirty="0" err="1"/>
              <a:t>Nevronska</a:t>
            </a:r>
            <a:r>
              <a:rPr lang="en-SI" sz="1800" dirty="0"/>
              <a:t> </a:t>
            </a:r>
            <a:r>
              <a:rPr lang="en-SI" sz="1800" dirty="0" err="1"/>
              <a:t>mreža</a:t>
            </a:r>
            <a:r>
              <a:rPr lang="en-SI" sz="1800" dirty="0"/>
              <a:t> v </a:t>
            </a:r>
            <a:r>
              <a:rPr lang="en-SI" sz="1800" dirty="0" err="1"/>
              <a:t>tem</a:t>
            </a:r>
            <a:r>
              <a:rPr lang="en-SI" sz="1800" dirty="0"/>
              <a:t> </a:t>
            </a:r>
            <a:r>
              <a:rPr lang="en-SI" sz="1800" dirty="0" err="1"/>
              <a:t>primeru</a:t>
            </a:r>
            <a:r>
              <a:rPr lang="en-SI" sz="1800" dirty="0"/>
              <a:t> </a:t>
            </a:r>
            <a:r>
              <a:rPr lang="en-SI" sz="1800" dirty="0" err="1"/>
              <a:t>slabo</a:t>
            </a:r>
            <a:r>
              <a:rPr lang="en-SI" sz="1800" dirty="0"/>
              <a:t> </a:t>
            </a:r>
            <a:r>
              <a:rPr lang="en-SI" sz="1800" dirty="0" err="1"/>
              <a:t>posplošuje</a:t>
            </a:r>
            <a:r>
              <a:rPr lang="en-SI" sz="1800" dirty="0"/>
              <a:t> </a:t>
            </a:r>
            <a:r>
              <a:rPr lang="en-SI" sz="1800" i="1" dirty="0"/>
              <a:t>(ang. overfitting)</a:t>
            </a:r>
          </a:p>
          <a:p>
            <a:r>
              <a:rPr lang="en-SI" sz="2000" dirty="0" err="1"/>
              <a:t>Nevronska</a:t>
            </a:r>
            <a:r>
              <a:rPr lang="en-SI" sz="2000" dirty="0"/>
              <a:t> </a:t>
            </a:r>
            <a:r>
              <a:rPr lang="en-SI" sz="2000" dirty="0" err="1"/>
              <a:t>mreža</a:t>
            </a:r>
            <a:r>
              <a:rPr lang="en-SI" sz="2000" dirty="0"/>
              <a:t> </a:t>
            </a:r>
            <a:r>
              <a:rPr lang="en-SI" sz="2000" dirty="0" err="1"/>
              <a:t>bo</a:t>
            </a:r>
            <a:r>
              <a:rPr lang="en-SI" sz="2000" dirty="0"/>
              <a:t> </a:t>
            </a:r>
            <a:r>
              <a:rPr lang="en-SI" sz="2000" dirty="0" err="1"/>
              <a:t>zaradi</a:t>
            </a:r>
            <a:r>
              <a:rPr lang="en-SI" sz="2000" dirty="0"/>
              <a:t> </a:t>
            </a:r>
            <a:r>
              <a:rPr lang="en-SI" sz="2000" dirty="0" err="1"/>
              <a:t>tega</a:t>
            </a:r>
            <a:r>
              <a:rPr lang="en-SI" sz="2000" dirty="0"/>
              <a:t> </a:t>
            </a:r>
            <a:r>
              <a:rPr lang="en-SI" sz="2000" dirty="0" err="1"/>
              <a:t>slabše</a:t>
            </a:r>
            <a:r>
              <a:rPr lang="en-SI" sz="2000" dirty="0"/>
              <a:t> </a:t>
            </a:r>
            <a:r>
              <a:rPr lang="en-SI" sz="2000" dirty="0" err="1"/>
              <a:t>klasificirala</a:t>
            </a:r>
            <a:r>
              <a:rPr lang="en-SI" sz="2000" dirty="0"/>
              <a:t> </a:t>
            </a:r>
            <a:r>
              <a:rPr lang="en-SI" sz="2000" dirty="0" err="1"/>
              <a:t>nove</a:t>
            </a:r>
            <a:r>
              <a:rPr lang="en-SI" sz="2000" dirty="0"/>
              <a:t> </a:t>
            </a:r>
            <a:r>
              <a:rPr lang="en-SI" sz="2000" dirty="0" err="1"/>
              <a:t>vzorce</a:t>
            </a:r>
            <a:endParaRPr lang="en-SI" sz="2000" dirty="0"/>
          </a:p>
          <a:p>
            <a:r>
              <a:rPr lang="en-SI" sz="2000" dirty="0" err="1"/>
              <a:t>Pogosti</a:t>
            </a:r>
            <a:r>
              <a:rPr lang="en-SI" sz="2000" dirty="0"/>
              <a:t> </a:t>
            </a:r>
            <a:r>
              <a:rPr lang="en-SI" sz="2000" dirty="0" err="1"/>
              <a:t>vzroki</a:t>
            </a:r>
            <a:r>
              <a:rPr lang="en-SI" sz="2000" dirty="0"/>
              <a:t> za </a:t>
            </a:r>
            <a:r>
              <a:rPr lang="en-SI" sz="2000" dirty="0" err="1"/>
              <a:t>prekomerno</a:t>
            </a:r>
            <a:r>
              <a:rPr lang="en-SI" sz="2000" dirty="0"/>
              <a:t> </a:t>
            </a:r>
            <a:r>
              <a:rPr lang="en-SI" sz="2000" dirty="0" err="1"/>
              <a:t>prileganje</a:t>
            </a:r>
            <a:endParaRPr lang="en-SI" sz="2000" dirty="0"/>
          </a:p>
          <a:p>
            <a:pPr lvl="1"/>
            <a:r>
              <a:rPr lang="en-SI" sz="1800" dirty="0" err="1"/>
              <a:t>preveliko</a:t>
            </a:r>
            <a:r>
              <a:rPr lang="en-SI" sz="1800" dirty="0"/>
              <a:t> </a:t>
            </a:r>
            <a:r>
              <a:rPr lang="en-SI" sz="1800" dirty="0" err="1"/>
              <a:t>število</a:t>
            </a:r>
            <a:r>
              <a:rPr lang="en-SI" sz="1800" dirty="0"/>
              <a:t> </a:t>
            </a:r>
            <a:r>
              <a:rPr lang="en-SI" sz="1800" dirty="0" err="1"/>
              <a:t>skritih</a:t>
            </a:r>
            <a:r>
              <a:rPr lang="en-SI" sz="1800" dirty="0"/>
              <a:t> </a:t>
            </a:r>
            <a:r>
              <a:rPr lang="en-SI" sz="1800" dirty="0" err="1"/>
              <a:t>plasti</a:t>
            </a:r>
            <a:r>
              <a:rPr lang="en-SI" sz="1800" dirty="0"/>
              <a:t> </a:t>
            </a:r>
            <a:r>
              <a:rPr lang="en-SI" sz="1800" i="1" dirty="0"/>
              <a:t>(</a:t>
            </a:r>
            <a:r>
              <a:rPr lang="en-SI" sz="1800" i="1" dirty="0" err="1"/>
              <a:t>pregloboka</a:t>
            </a:r>
            <a:r>
              <a:rPr lang="en-SI" sz="1800" i="1" dirty="0"/>
              <a:t> </a:t>
            </a:r>
            <a:r>
              <a:rPr lang="en-SI" sz="1800" i="1" dirty="0" err="1"/>
              <a:t>nevronska</a:t>
            </a:r>
            <a:r>
              <a:rPr lang="en-SI" sz="1800" i="1" dirty="0"/>
              <a:t> </a:t>
            </a:r>
            <a:r>
              <a:rPr lang="en-SI" sz="1800" i="1" dirty="0" err="1"/>
              <a:t>mreža</a:t>
            </a:r>
            <a:r>
              <a:rPr lang="en-SI" sz="1800" i="1" dirty="0"/>
              <a:t>)</a:t>
            </a:r>
          </a:p>
          <a:p>
            <a:pPr lvl="1"/>
            <a:r>
              <a:rPr lang="en-SI" sz="1800" dirty="0" err="1"/>
              <a:t>preveliko</a:t>
            </a:r>
            <a:r>
              <a:rPr lang="en-SI" sz="1800" dirty="0"/>
              <a:t> </a:t>
            </a:r>
            <a:r>
              <a:rPr lang="en-SI" sz="1800" dirty="0" err="1"/>
              <a:t>število</a:t>
            </a:r>
            <a:r>
              <a:rPr lang="en-SI" sz="1800" dirty="0"/>
              <a:t> </a:t>
            </a:r>
            <a:r>
              <a:rPr lang="en-SI" sz="1800" dirty="0" err="1"/>
              <a:t>nevronov</a:t>
            </a:r>
            <a:r>
              <a:rPr lang="en-SI" sz="1800" dirty="0"/>
              <a:t> v </a:t>
            </a:r>
            <a:r>
              <a:rPr lang="en-SI" sz="1800" dirty="0" err="1"/>
              <a:t>skritih</a:t>
            </a:r>
            <a:r>
              <a:rPr lang="en-SI" sz="1800" dirty="0"/>
              <a:t> </a:t>
            </a:r>
            <a:r>
              <a:rPr lang="en-SI" sz="1800" dirty="0" err="1"/>
              <a:t>plasteh</a:t>
            </a:r>
            <a:r>
              <a:rPr lang="en-SI" sz="1800" dirty="0"/>
              <a:t> </a:t>
            </a:r>
            <a:r>
              <a:rPr lang="en-SI" sz="1800" i="1" dirty="0"/>
              <a:t>(</a:t>
            </a:r>
            <a:r>
              <a:rPr lang="en-SI" sz="1800" i="1" dirty="0" err="1"/>
              <a:t>prevelika</a:t>
            </a:r>
            <a:r>
              <a:rPr lang="en-SI" sz="1800" i="1" dirty="0"/>
              <a:t> </a:t>
            </a:r>
            <a:r>
              <a:rPr lang="en-SI" sz="1800" i="1" dirty="0" err="1"/>
              <a:t>nevronska</a:t>
            </a:r>
            <a:r>
              <a:rPr lang="en-SI" sz="1800" i="1" dirty="0"/>
              <a:t> </a:t>
            </a:r>
            <a:r>
              <a:rPr lang="en-SI" sz="1800" i="1" dirty="0" err="1"/>
              <a:t>mreža</a:t>
            </a:r>
            <a:r>
              <a:rPr lang="en-SI" sz="1800" i="1" dirty="0"/>
              <a:t>)</a:t>
            </a:r>
          </a:p>
          <a:p>
            <a:pPr lvl="1"/>
            <a:r>
              <a:rPr lang="en-SI" sz="1800" dirty="0" err="1"/>
              <a:t>premajhna</a:t>
            </a:r>
            <a:r>
              <a:rPr lang="en-SI" sz="1800" dirty="0"/>
              <a:t> </a:t>
            </a:r>
            <a:r>
              <a:rPr lang="en-SI" sz="1800" dirty="0" err="1"/>
              <a:t>učna</a:t>
            </a:r>
            <a:r>
              <a:rPr lang="en-SI" sz="1800" dirty="0"/>
              <a:t> </a:t>
            </a:r>
            <a:r>
              <a:rPr lang="en-SI" sz="1800" dirty="0" err="1"/>
              <a:t>množica</a:t>
            </a:r>
            <a:endParaRPr lang="sl-SI" sz="1800" dirty="0"/>
          </a:p>
        </p:txBody>
      </p:sp>
    </p:spTree>
    <p:extLst>
      <p:ext uri="{BB962C8B-B14F-4D97-AF65-F5344CB8AC3E}">
        <p14:creationId xmlns:p14="http://schemas.microsoft.com/office/powerpoint/2010/main" val="3049020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>
          <a:xfrm>
            <a:off x="107504" y="476673"/>
            <a:ext cx="8579296" cy="1047328"/>
          </a:xfrm>
        </p:spPr>
        <p:txBody>
          <a:bodyPr/>
          <a:lstStyle/>
          <a:p>
            <a:r>
              <a:rPr lang="en-SI" sz="4000" dirty="0" err="1"/>
              <a:t>Zaznavanje</a:t>
            </a:r>
            <a:r>
              <a:rPr lang="en-SI" sz="4000" dirty="0"/>
              <a:t> </a:t>
            </a:r>
            <a:r>
              <a:rPr lang="en-SI" sz="4000" dirty="0" err="1"/>
              <a:t>prekomernega</a:t>
            </a:r>
            <a:r>
              <a:rPr lang="en-SI" sz="4000" dirty="0"/>
              <a:t> </a:t>
            </a:r>
            <a:r>
              <a:rPr lang="en-SI" sz="4000" dirty="0" err="1"/>
              <a:t>prileganja</a:t>
            </a:r>
            <a:r>
              <a:rPr lang="en-SI" sz="4000" dirty="0"/>
              <a:t> (I)</a:t>
            </a:r>
            <a:endParaRPr lang="sl-SI" sz="4000" dirty="0"/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  <a:ln>
            <a:noFill/>
          </a:ln>
        </p:spPr>
        <p:txBody>
          <a:bodyPr/>
          <a:lstStyle/>
          <a:p>
            <a:r>
              <a:rPr lang="en-SI" sz="2000" dirty="0" err="1"/>
              <a:t>Če</a:t>
            </a:r>
            <a:r>
              <a:rPr lang="en-SI" sz="2000" dirty="0"/>
              <a:t> se </a:t>
            </a:r>
            <a:r>
              <a:rPr lang="en-SI" sz="2000" dirty="0" err="1"/>
              <a:t>nevronska</a:t>
            </a:r>
            <a:r>
              <a:rPr lang="en-SI" sz="2000" dirty="0"/>
              <a:t> </a:t>
            </a:r>
            <a:r>
              <a:rPr lang="en-SI" sz="2000" dirty="0" err="1"/>
              <a:t>mreža</a:t>
            </a:r>
            <a:r>
              <a:rPr lang="en-SI" sz="2000" dirty="0"/>
              <a:t> </a:t>
            </a:r>
            <a:r>
              <a:rPr lang="en-SI" sz="2000" dirty="0" err="1"/>
              <a:t>prekomerno</a:t>
            </a:r>
            <a:r>
              <a:rPr lang="en-SI" sz="2000" dirty="0"/>
              <a:t> </a:t>
            </a:r>
            <a:r>
              <a:rPr lang="en-SI" sz="2000" dirty="0" err="1"/>
              <a:t>prilega</a:t>
            </a:r>
            <a:r>
              <a:rPr lang="en-SI" sz="2000" dirty="0"/>
              <a:t> </a:t>
            </a:r>
            <a:r>
              <a:rPr lang="en-SI" sz="2000" dirty="0" err="1"/>
              <a:t>učni</a:t>
            </a:r>
            <a:r>
              <a:rPr lang="en-SI" sz="2000" dirty="0"/>
              <a:t> </a:t>
            </a:r>
            <a:r>
              <a:rPr lang="en-SI" sz="2000" dirty="0" err="1"/>
              <a:t>množici</a:t>
            </a:r>
            <a:r>
              <a:rPr lang="en-SI" sz="2000" dirty="0"/>
              <a:t> </a:t>
            </a:r>
            <a:r>
              <a:rPr lang="en-SI" sz="2000" dirty="0" err="1"/>
              <a:t>lahko</a:t>
            </a:r>
            <a:r>
              <a:rPr lang="en-SI" sz="2000" dirty="0"/>
              <a:t> </a:t>
            </a:r>
            <a:r>
              <a:rPr lang="en-SI" sz="2000" dirty="0" err="1"/>
              <a:t>ugotovimo</a:t>
            </a:r>
            <a:r>
              <a:rPr lang="en-SI" sz="2000" dirty="0"/>
              <a:t> s </a:t>
            </a:r>
            <a:r>
              <a:rPr lang="en-SI" sz="2000" dirty="0" err="1"/>
              <a:t>pomočjo</a:t>
            </a:r>
            <a:r>
              <a:rPr lang="en-SI" sz="2000" dirty="0"/>
              <a:t> </a:t>
            </a:r>
            <a:r>
              <a:rPr lang="en-SI" sz="2000" dirty="0" err="1">
                <a:solidFill>
                  <a:srgbClr val="0070C0"/>
                </a:solidFill>
              </a:rPr>
              <a:t>grafov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krivulj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funkcije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izgube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/>
              <a:t>med </a:t>
            </a:r>
            <a:r>
              <a:rPr lang="en-SI" sz="2000" dirty="0" err="1"/>
              <a:t>učenjem</a:t>
            </a:r>
            <a:r>
              <a:rPr lang="en-SI" sz="2000" dirty="0"/>
              <a:t> in </a:t>
            </a:r>
            <a:r>
              <a:rPr lang="en-SI" sz="2000" dirty="0" err="1"/>
              <a:t>validacijo</a:t>
            </a:r>
            <a:endParaRPr lang="en-SI" sz="2000" dirty="0"/>
          </a:p>
          <a:p>
            <a:r>
              <a:rPr lang="en-SI" sz="2000" dirty="0" err="1"/>
              <a:t>Pravila</a:t>
            </a:r>
            <a:r>
              <a:rPr lang="en-SI" sz="2000" dirty="0"/>
              <a:t> “</a:t>
            </a:r>
            <a:r>
              <a:rPr lang="en-SI" sz="2000" dirty="0" err="1"/>
              <a:t>čez</a:t>
            </a:r>
            <a:r>
              <a:rPr lang="en-SI" sz="2000" dirty="0"/>
              <a:t> </a:t>
            </a:r>
            <a:r>
              <a:rPr lang="en-SI" sz="2000" dirty="0" err="1"/>
              <a:t>palec</a:t>
            </a:r>
            <a:r>
              <a:rPr lang="en-SI" sz="2000" dirty="0"/>
              <a:t>”:</a:t>
            </a:r>
          </a:p>
          <a:p>
            <a:pPr lvl="1"/>
            <a:r>
              <a:rPr lang="en-SI" sz="1800" dirty="0" err="1"/>
              <a:t>train_loss</a:t>
            </a:r>
            <a:r>
              <a:rPr lang="en-SI" sz="1800" dirty="0"/>
              <a:t> &lt;&lt; </a:t>
            </a:r>
            <a:r>
              <a:rPr lang="en-SI" sz="1800" dirty="0" err="1"/>
              <a:t>val_loss</a:t>
            </a:r>
            <a:r>
              <a:rPr lang="en-SI" sz="1800" dirty="0"/>
              <a:t> =&gt; </a:t>
            </a:r>
            <a:r>
              <a:rPr lang="en-SI" sz="1800" dirty="0" err="1">
                <a:solidFill>
                  <a:srgbClr val="C00000"/>
                </a:solidFill>
              </a:rPr>
              <a:t>prekomerno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prileganje</a:t>
            </a:r>
            <a:endParaRPr lang="en-SI" sz="1800" dirty="0">
              <a:solidFill>
                <a:srgbClr val="C00000"/>
              </a:solidFill>
            </a:endParaRPr>
          </a:p>
          <a:p>
            <a:pPr lvl="1"/>
            <a:r>
              <a:rPr lang="en-SI" sz="1800" dirty="0" err="1"/>
              <a:t>train_loss</a:t>
            </a:r>
            <a:r>
              <a:rPr lang="en-SI" sz="1800" dirty="0"/>
              <a:t> &gt;&gt; </a:t>
            </a:r>
            <a:r>
              <a:rPr lang="en-SI" sz="1800" dirty="0" err="1"/>
              <a:t>val_loss</a:t>
            </a:r>
            <a:r>
              <a:rPr lang="en-SI" sz="1800" dirty="0"/>
              <a:t> =&gt; </a:t>
            </a:r>
            <a:r>
              <a:rPr lang="en-SI" sz="1800" dirty="0" err="1">
                <a:solidFill>
                  <a:srgbClr val="FFC000"/>
                </a:solidFill>
              </a:rPr>
              <a:t>preslabo</a:t>
            </a:r>
            <a:r>
              <a:rPr lang="en-SI" sz="1800" dirty="0">
                <a:solidFill>
                  <a:srgbClr val="FFC000"/>
                </a:solidFill>
              </a:rPr>
              <a:t> </a:t>
            </a:r>
            <a:r>
              <a:rPr lang="en-SI" sz="1800" dirty="0" err="1">
                <a:solidFill>
                  <a:srgbClr val="FFC000"/>
                </a:solidFill>
              </a:rPr>
              <a:t>prileganje</a:t>
            </a:r>
            <a:endParaRPr lang="en-SI" sz="1800" dirty="0">
              <a:solidFill>
                <a:srgbClr val="FFC000"/>
              </a:solidFill>
            </a:endParaRPr>
          </a:p>
          <a:p>
            <a:pPr lvl="2"/>
            <a:r>
              <a:rPr lang="en-SI" sz="1400" dirty="0" err="1">
                <a:solidFill>
                  <a:srgbClr val="7030A0"/>
                </a:solidFill>
              </a:rPr>
              <a:t>potrebno</a:t>
            </a:r>
            <a:r>
              <a:rPr lang="en-SI" sz="1400" dirty="0">
                <a:solidFill>
                  <a:srgbClr val="7030A0"/>
                </a:solidFill>
              </a:rPr>
              <a:t> je </a:t>
            </a:r>
            <a:r>
              <a:rPr lang="en-SI" sz="1400" dirty="0" err="1">
                <a:solidFill>
                  <a:srgbClr val="7030A0"/>
                </a:solidFill>
              </a:rPr>
              <a:t>več</a:t>
            </a:r>
            <a:r>
              <a:rPr lang="en-SI" sz="1400" dirty="0">
                <a:solidFill>
                  <a:srgbClr val="7030A0"/>
                </a:solidFill>
              </a:rPr>
              <a:t> </a:t>
            </a:r>
            <a:r>
              <a:rPr lang="en-SI" sz="1400" dirty="0" err="1">
                <a:solidFill>
                  <a:srgbClr val="7030A0"/>
                </a:solidFill>
              </a:rPr>
              <a:t>učenja</a:t>
            </a:r>
            <a:endParaRPr lang="en-SI" sz="1400" dirty="0">
              <a:solidFill>
                <a:srgbClr val="7030A0"/>
              </a:solidFill>
            </a:endParaRPr>
          </a:p>
          <a:p>
            <a:pPr lvl="1"/>
            <a:r>
              <a:rPr lang="en-SI" sz="1800" dirty="0" err="1"/>
              <a:t>train_loss</a:t>
            </a:r>
            <a:r>
              <a:rPr lang="en-SI" sz="1800" dirty="0"/>
              <a:t> ≈ </a:t>
            </a:r>
            <a:r>
              <a:rPr lang="en-SI" sz="1800" dirty="0" err="1"/>
              <a:t>val_loss</a:t>
            </a:r>
            <a:r>
              <a:rPr lang="en-SI" sz="1800" dirty="0"/>
              <a:t> =&gt; </a:t>
            </a:r>
            <a:r>
              <a:rPr lang="en-SI" sz="1800" dirty="0">
                <a:solidFill>
                  <a:schemeClr val="accent5">
                    <a:lumMod val="50000"/>
                  </a:schemeClr>
                </a:solidFill>
              </a:rPr>
              <a:t>dobro </a:t>
            </a:r>
            <a:r>
              <a:rPr lang="en-SI" sz="1800" dirty="0" err="1">
                <a:solidFill>
                  <a:schemeClr val="accent5">
                    <a:lumMod val="50000"/>
                  </a:schemeClr>
                </a:solidFill>
              </a:rPr>
              <a:t>prileganje</a:t>
            </a:r>
            <a:endParaRPr lang="en-SI" sz="20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SI" sz="2000" dirty="0"/>
          </a:p>
          <a:p>
            <a:endParaRPr lang="en-SI" sz="1800" dirty="0"/>
          </a:p>
        </p:txBody>
      </p:sp>
      <p:pic>
        <p:nvPicPr>
          <p:cNvPr id="11" name="Picture 10" descr="A graph of different types of curves&#10;&#10;Description automatically generated with medium confidence">
            <a:extLst>
              <a:ext uri="{FF2B5EF4-FFF2-40B4-BE49-F238E27FC236}">
                <a16:creationId xmlns:a16="http://schemas.microsoft.com/office/drawing/2014/main" id="{990B0B20-A43B-6BCB-5DC1-9F9F24AFB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852936"/>
            <a:ext cx="3034322" cy="1872532"/>
          </a:xfrm>
          <a:prstGeom prst="rect">
            <a:avLst/>
          </a:prstGeom>
        </p:spPr>
      </p:pic>
      <p:pic>
        <p:nvPicPr>
          <p:cNvPr id="15" name="Picture 1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5143CB66-DEE0-A4B4-4342-696F41F0A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04" y="4775640"/>
            <a:ext cx="7514391" cy="199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5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" y="476673"/>
            <a:ext cx="9062054" cy="1047328"/>
          </a:xfrm>
        </p:spPr>
        <p:txBody>
          <a:bodyPr/>
          <a:lstStyle/>
          <a:p>
            <a:r>
              <a:rPr lang="en-SI" sz="4000" dirty="0" err="1"/>
              <a:t>Zaznavanje</a:t>
            </a:r>
            <a:r>
              <a:rPr lang="en-SI" sz="4000" dirty="0"/>
              <a:t> </a:t>
            </a:r>
            <a:r>
              <a:rPr lang="en-SI" sz="4000" dirty="0" err="1"/>
              <a:t>prekomernega</a:t>
            </a:r>
            <a:r>
              <a:rPr lang="en-SI" sz="4000" dirty="0"/>
              <a:t> </a:t>
            </a:r>
            <a:r>
              <a:rPr lang="en-SI" sz="4000" dirty="0" err="1"/>
              <a:t>prileganja</a:t>
            </a:r>
            <a:r>
              <a:rPr lang="en-SI" sz="4000" dirty="0"/>
              <a:t> (II)</a:t>
            </a:r>
            <a:endParaRPr lang="sl-SI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 dirty="0"/>
              <a:t>To </a:t>
            </a:r>
            <a:r>
              <a:rPr lang="en-SI" sz="2000" dirty="0" err="1"/>
              <a:t>ni</a:t>
            </a:r>
            <a:r>
              <a:rPr lang="en-SI" sz="2000" dirty="0"/>
              <a:t> </a:t>
            </a:r>
            <a:r>
              <a:rPr lang="en-SI" sz="2000" dirty="0" err="1"/>
              <a:t>samo</a:t>
            </a:r>
            <a:r>
              <a:rPr lang="en-SI" sz="2000" dirty="0"/>
              <a:t> problem </a:t>
            </a:r>
            <a:r>
              <a:rPr lang="en-SI" sz="2000" dirty="0" err="1"/>
              <a:t>globokih</a:t>
            </a:r>
            <a:r>
              <a:rPr lang="en-SI" sz="2000" dirty="0"/>
              <a:t> </a:t>
            </a:r>
            <a:r>
              <a:rPr lang="en-SI" sz="2000" dirty="0" err="1"/>
              <a:t>nevronskih</a:t>
            </a:r>
            <a:r>
              <a:rPr lang="en-SI" sz="2000" dirty="0"/>
              <a:t> </a:t>
            </a:r>
            <a:r>
              <a:rPr lang="en-SI" sz="2000" dirty="0" err="1"/>
              <a:t>mrež</a:t>
            </a:r>
            <a:r>
              <a:rPr lang="en-SI" sz="2000" dirty="0"/>
              <a:t>, </a:t>
            </a:r>
            <a:r>
              <a:rPr lang="en-SI" sz="2000" dirty="0" err="1"/>
              <a:t>temveč</a:t>
            </a:r>
            <a:r>
              <a:rPr lang="en-SI" sz="2000" dirty="0"/>
              <a:t> </a:t>
            </a:r>
            <a:r>
              <a:rPr lang="en-SI" sz="2000" dirty="0" err="1"/>
              <a:t>tudi</a:t>
            </a:r>
            <a:r>
              <a:rPr lang="en-SI" sz="2000" dirty="0"/>
              <a:t> </a:t>
            </a:r>
            <a:r>
              <a:rPr lang="en-SI" sz="2000" dirty="0" err="1"/>
              <a:t>drugih</a:t>
            </a:r>
            <a:r>
              <a:rPr lang="en-SI" sz="2000" dirty="0"/>
              <a:t> </a:t>
            </a:r>
            <a:r>
              <a:rPr lang="en-SI" sz="2000" dirty="0" err="1"/>
              <a:t>metod</a:t>
            </a:r>
            <a:r>
              <a:rPr lang="en-SI" sz="2000" dirty="0"/>
              <a:t> </a:t>
            </a:r>
            <a:r>
              <a:rPr lang="en-SI" sz="2000" dirty="0" err="1"/>
              <a:t>strojnega</a:t>
            </a:r>
            <a:r>
              <a:rPr lang="en-SI" sz="2000" dirty="0"/>
              <a:t> </a:t>
            </a:r>
            <a:r>
              <a:rPr lang="en-SI" sz="2000" dirty="0" err="1"/>
              <a:t>učenja</a:t>
            </a:r>
            <a:r>
              <a:rPr lang="en-SI" sz="2000" dirty="0"/>
              <a:t>!</a:t>
            </a:r>
            <a:endParaRPr lang="en-SI" sz="2400" dirty="0"/>
          </a:p>
        </p:txBody>
      </p:sp>
      <p:pic>
        <p:nvPicPr>
          <p:cNvPr id="9" name="Picture 8" descr="A diagram of different types of fitting&#10;&#10;Description automatically generated with medium confidence">
            <a:extLst>
              <a:ext uri="{FF2B5EF4-FFF2-40B4-BE49-F238E27FC236}">
                <a16:creationId xmlns:a16="http://schemas.microsoft.com/office/drawing/2014/main" id="{EBB33683-8FF5-BBDF-9188-C18024767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800" y="2578087"/>
            <a:ext cx="5296400" cy="419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68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476673"/>
            <a:ext cx="9144000" cy="1047328"/>
          </a:xfrm>
        </p:spPr>
        <p:txBody>
          <a:bodyPr/>
          <a:lstStyle/>
          <a:p>
            <a:r>
              <a:rPr lang="en-SI" sz="4000" dirty="0" err="1"/>
              <a:t>Preprečevanje</a:t>
            </a:r>
            <a:r>
              <a:rPr lang="en-SI" sz="4000" dirty="0"/>
              <a:t> </a:t>
            </a:r>
            <a:r>
              <a:rPr lang="en-SI" sz="4000" dirty="0" err="1"/>
              <a:t>prekomernega</a:t>
            </a:r>
            <a:r>
              <a:rPr lang="en-SI" sz="4000" dirty="0"/>
              <a:t> </a:t>
            </a:r>
            <a:r>
              <a:rPr lang="en-SI" sz="4000" dirty="0" err="1"/>
              <a:t>prileganja</a:t>
            </a:r>
            <a:endParaRPr lang="sl-SI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 dirty="0" err="1"/>
              <a:t>Tehnike</a:t>
            </a:r>
            <a:r>
              <a:rPr lang="en-SI" sz="2000" dirty="0"/>
              <a:t> za </a:t>
            </a:r>
            <a:r>
              <a:rPr lang="en-SI" sz="2000" dirty="0" err="1"/>
              <a:t>preprečevanje</a:t>
            </a:r>
            <a:r>
              <a:rPr lang="en-SI" sz="2000" dirty="0"/>
              <a:t> </a:t>
            </a:r>
            <a:r>
              <a:rPr lang="en-SI" sz="2000" dirty="0" err="1"/>
              <a:t>prekomernega</a:t>
            </a:r>
            <a:r>
              <a:rPr lang="en-SI" sz="2000" dirty="0"/>
              <a:t> </a:t>
            </a:r>
            <a:r>
              <a:rPr lang="en-SI" sz="2000" dirty="0" err="1"/>
              <a:t>prileganja</a:t>
            </a:r>
            <a:endParaRPr lang="en-SI" sz="2000" dirty="0"/>
          </a:p>
          <a:p>
            <a:pPr lvl="1"/>
            <a:r>
              <a:rPr lang="en-SI" sz="1800" dirty="0" err="1"/>
              <a:t>Izbira</a:t>
            </a:r>
            <a:r>
              <a:rPr lang="en-SI" sz="1800" dirty="0"/>
              <a:t> </a:t>
            </a:r>
            <a:r>
              <a:rPr lang="en-SI" sz="1800" dirty="0" err="1"/>
              <a:t>značilk</a:t>
            </a:r>
            <a:r>
              <a:rPr lang="en-SI" sz="1800" dirty="0"/>
              <a:t> </a:t>
            </a:r>
            <a:r>
              <a:rPr lang="en-SI" sz="1800" i="1" dirty="0"/>
              <a:t>(ang. feature selection)</a:t>
            </a:r>
          </a:p>
          <a:p>
            <a:pPr lvl="2"/>
            <a:r>
              <a:rPr lang="en-SI" sz="1400" dirty="0" err="1"/>
              <a:t>izbira</a:t>
            </a:r>
            <a:r>
              <a:rPr lang="en-SI" sz="1400" dirty="0"/>
              <a:t> </a:t>
            </a:r>
            <a:r>
              <a:rPr lang="en-SI" sz="1400" dirty="0" err="1"/>
              <a:t>izključno</a:t>
            </a:r>
            <a:r>
              <a:rPr lang="en-SI" sz="1400" dirty="0"/>
              <a:t> </a:t>
            </a:r>
            <a:r>
              <a:rPr lang="en-SI" sz="1400" dirty="0" err="1"/>
              <a:t>tistih</a:t>
            </a:r>
            <a:r>
              <a:rPr lang="en-SI" sz="1400" dirty="0"/>
              <a:t> </a:t>
            </a:r>
            <a:r>
              <a:rPr lang="en-SI" sz="1400" dirty="0" err="1"/>
              <a:t>značilk</a:t>
            </a:r>
            <a:r>
              <a:rPr lang="en-SI" sz="1400" dirty="0"/>
              <a:t>, ki so </a:t>
            </a:r>
            <a:r>
              <a:rPr lang="en-SI" sz="1400" dirty="0" err="1"/>
              <a:t>pomembne</a:t>
            </a:r>
            <a:r>
              <a:rPr lang="en-SI" sz="1400" dirty="0"/>
              <a:t> za </a:t>
            </a:r>
            <a:r>
              <a:rPr lang="en-SI" sz="1400" dirty="0" err="1"/>
              <a:t>reševanje</a:t>
            </a:r>
            <a:r>
              <a:rPr lang="en-SI" sz="1400" dirty="0"/>
              <a:t> </a:t>
            </a:r>
            <a:r>
              <a:rPr lang="en-SI" sz="1400" dirty="0" err="1"/>
              <a:t>problema</a:t>
            </a:r>
            <a:endParaRPr lang="en-SI" sz="1400" dirty="0"/>
          </a:p>
          <a:p>
            <a:pPr lvl="1"/>
            <a:r>
              <a:rPr lang="en-SI" sz="1800" dirty="0" err="1"/>
              <a:t>Obogatenje</a:t>
            </a:r>
            <a:r>
              <a:rPr lang="en-SI" sz="1800" dirty="0"/>
              <a:t> </a:t>
            </a:r>
            <a:r>
              <a:rPr lang="en-SI" sz="1800" dirty="0" err="1"/>
              <a:t>podatkov</a:t>
            </a:r>
            <a:r>
              <a:rPr lang="en-SI" sz="1800" dirty="0"/>
              <a:t>/</a:t>
            </a:r>
            <a:r>
              <a:rPr lang="en-SI" sz="1800" dirty="0" err="1"/>
              <a:t>značilk</a:t>
            </a:r>
            <a:r>
              <a:rPr lang="en-SI" sz="1800" dirty="0"/>
              <a:t> </a:t>
            </a:r>
            <a:r>
              <a:rPr lang="en-SI" sz="1800" i="1" dirty="0"/>
              <a:t>(ang. feature/data augmentation)</a:t>
            </a:r>
          </a:p>
          <a:p>
            <a:pPr lvl="2"/>
            <a:r>
              <a:rPr lang="en-SI" sz="1400" dirty="0" err="1"/>
              <a:t>umetno</a:t>
            </a:r>
            <a:r>
              <a:rPr lang="en-SI" sz="1400" dirty="0"/>
              <a:t> </a:t>
            </a:r>
            <a:r>
              <a:rPr lang="en-SI" sz="1400" dirty="0" err="1"/>
              <a:t>povečanje</a:t>
            </a:r>
            <a:r>
              <a:rPr lang="en-SI" sz="1400" dirty="0"/>
              <a:t> </a:t>
            </a:r>
            <a:r>
              <a:rPr lang="en-SI" sz="1400" dirty="0" err="1"/>
              <a:t>učne</a:t>
            </a:r>
            <a:r>
              <a:rPr lang="en-SI" sz="1400" dirty="0"/>
              <a:t> </a:t>
            </a:r>
            <a:r>
              <a:rPr lang="en-SI" sz="1400" dirty="0" err="1"/>
              <a:t>množice</a:t>
            </a:r>
            <a:r>
              <a:rPr lang="en-SI" sz="1400" dirty="0"/>
              <a:t> z </a:t>
            </a:r>
            <a:r>
              <a:rPr lang="en-SI" sz="1400" dirty="0" err="1"/>
              <a:t>različnimi</a:t>
            </a:r>
            <a:r>
              <a:rPr lang="en-SI" sz="1400" dirty="0"/>
              <a:t> </a:t>
            </a:r>
            <a:r>
              <a:rPr lang="en-SI" sz="1400" dirty="0" err="1"/>
              <a:t>variacijami</a:t>
            </a:r>
            <a:r>
              <a:rPr lang="en-SI" sz="1400" dirty="0"/>
              <a:t> </a:t>
            </a:r>
            <a:r>
              <a:rPr lang="en-SI" sz="1400" dirty="0" err="1"/>
              <a:t>obstoječih</a:t>
            </a:r>
            <a:r>
              <a:rPr lang="en-SI" sz="1400" dirty="0"/>
              <a:t> </a:t>
            </a:r>
            <a:r>
              <a:rPr lang="en-SI" sz="1400" dirty="0" err="1"/>
              <a:t>učnih</a:t>
            </a:r>
            <a:r>
              <a:rPr lang="en-SI" sz="1400" dirty="0"/>
              <a:t> </a:t>
            </a:r>
            <a:r>
              <a:rPr lang="en-SI" sz="1400" dirty="0" err="1"/>
              <a:t>vzorcev</a:t>
            </a:r>
            <a:endParaRPr lang="en-SI" sz="1400" dirty="0"/>
          </a:p>
          <a:p>
            <a:pPr lvl="1"/>
            <a:r>
              <a:rPr lang="en-SI" sz="1800" dirty="0" err="1"/>
              <a:t>Navzkrižna</a:t>
            </a:r>
            <a:r>
              <a:rPr lang="en-SI" sz="1800" dirty="0"/>
              <a:t> </a:t>
            </a:r>
            <a:r>
              <a:rPr lang="en-SI" sz="1800" dirty="0" err="1"/>
              <a:t>validacija</a:t>
            </a:r>
            <a:r>
              <a:rPr lang="en-SI" sz="1800" dirty="0"/>
              <a:t> </a:t>
            </a:r>
            <a:r>
              <a:rPr lang="en-SI" sz="1800" i="1" dirty="0"/>
              <a:t>(ang. cross-validation)</a:t>
            </a:r>
          </a:p>
          <a:p>
            <a:pPr lvl="2"/>
            <a:r>
              <a:rPr lang="en-SI" sz="1400" dirty="0" err="1"/>
              <a:t>uporaba</a:t>
            </a:r>
            <a:r>
              <a:rPr lang="en-SI" sz="1400" dirty="0"/>
              <a:t> </a:t>
            </a:r>
            <a:r>
              <a:rPr lang="en-SI" sz="1400" dirty="0" err="1"/>
              <a:t>testne</a:t>
            </a:r>
            <a:r>
              <a:rPr lang="en-SI" sz="1400" dirty="0"/>
              <a:t> in </a:t>
            </a:r>
            <a:r>
              <a:rPr lang="en-SI" sz="1400" dirty="0" err="1"/>
              <a:t>validacijske</a:t>
            </a:r>
            <a:r>
              <a:rPr lang="en-SI" sz="1400" dirty="0"/>
              <a:t> </a:t>
            </a:r>
            <a:r>
              <a:rPr lang="en-SI" sz="1400" dirty="0" err="1"/>
              <a:t>množice</a:t>
            </a:r>
            <a:endParaRPr lang="en-SI" sz="1400" dirty="0"/>
          </a:p>
          <a:p>
            <a:pPr lvl="1"/>
            <a:r>
              <a:rPr lang="en-SI" sz="1800" dirty="0" err="1">
                <a:solidFill>
                  <a:srgbClr val="0070C0"/>
                </a:solidFill>
              </a:rPr>
              <a:t>Regularizacija</a:t>
            </a:r>
            <a:r>
              <a:rPr lang="en-SI" sz="1800" dirty="0">
                <a:solidFill>
                  <a:srgbClr val="0070C0"/>
                </a:solidFill>
              </a:rPr>
              <a:t> L2 </a:t>
            </a:r>
            <a:r>
              <a:rPr lang="en-SI" sz="1800" i="1" dirty="0"/>
              <a:t>(ang. L2 regularization)</a:t>
            </a:r>
          </a:p>
          <a:p>
            <a:pPr lvl="2"/>
            <a:r>
              <a:rPr lang="en-SI" sz="1400" dirty="0" err="1"/>
              <a:t>omejitev</a:t>
            </a:r>
            <a:r>
              <a:rPr lang="en-SI" sz="1400" dirty="0"/>
              <a:t> </a:t>
            </a:r>
            <a:r>
              <a:rPr lang="en-SI" sz="1400" dirty="0" err="1"/>
              <a:t>opisne</a:t>
            </a:r>
            <a:r>
              <a:rPr lang="en-SI" sz="1400" dirty="0"/>
              <a:t> </a:t>
            </a:r>
            <a:r>
              <a:rPr lang="en-SI" sz="1400" dirty="0" err="1"/>
              <a:t>moči</a:t>
            </a:r>
            <a:r>
              <a:rPr lang="en-SI" sz="1400" dirty="0"/>
              <a:t> </a:t>
            </a:r>
            <a:r>
              <a:rPr lang="en-SI" sz="1400" dirty="0" err="1"/>
              <a:t>nevronske</a:t>
            </a:r>
            <a:r>
              <a:rPr lang="en-SI" sz="1400" dirty="0"/>
              <a:t> </a:t>
            </a:r>
            <a:r>
              <a:rPr lang="en-SI" sz="1400" dirty="0" err="1"/>
              <a:t>mreže</a:t>
            </a:r>
            <a:r>
              <a:rPr lang="en-SI" sz="1400" dirty="0"/>
              <a:t> z </a:t>
            </a:r>
            <a:r>
              <a:rPr lang="en-SI" sz="1400" dirty="0" err="1"/>
              <a:t>omejitvijo</a:t>
            </a:r>
            <a:r>
              <a:rPr lang="en-SI" sz="1400" dirty="0"/>
              <a:t> </a:t>
            </a:r>
            <a:r>
              <a:rPr lang="en-SI" sz="1400" dirty="0" err="1"/>
              <a:t>velikosti</a:t>
            </a:r>
            <a:r>
              <a:rPr lang="en-SI" sz="1400" dirty="0"/>
              <a:t> </a:t>
            </a:r>
            <a:r>
              <a:rPr lang="en-SI" sz="1400" dirty="0" err="1"/>
              <a:t>uteži</a:t>
            </a:r>
            <a:r>
              <a:rPr lang="en-SI" sz="1400" dirty="0"/>
              <a:t> v </a:t>
            </a:r>
            <a:r>
              <a:rPr lang="en-SI" sz="1400" dirty="0" err="1"/>
              <a:t>mreži</a:t>
            </a:r>
            <a:endParaRPr lang="en-SI" sz="1400" dirty="0"/>
          </a:p>
          <a:p>
            <a:pPr lvl="1"/>
            <a:r>
              <a:rPr lang="en-SI" sz="1800" dirty="0" err="1">
                <a:solidFill>
                  <a:srgbClr val="0070C0"/>
                </a:solidFill>
              </a:rPr>
              <a:t>Izpust</a:t>
            </a:r>
            <a:r>
              <a:rPr lang="en-SI" sz="1800" dirty="0">
                <a:solidFill>
                  <a:srgbClr val="0070C0"/>
                </a:solidFill>
              </a:rPr>
              <a:t> </a:t>
            </a:r>
            <a:r>
              <a:rPr lang="en-SI" sz="1800" i="1" dirty="0"/>
              <a:t>(ang. dropout)</a:t>
            </a:r>
          </a:p>
          <a:p>
            <a:pPr lvl="2"/>
            <a:r>
              <a:rPr lang="en-SI" sz="1400" dirty="0" err="1"/>
              <a:t>naključno</a:t>
            </a:r>
            <a:r>
              <a:rPr lang="en-SI" sz="1400" dirty="0"/>
              <a:t> </a:t>
            </a:r>
            <a:r>
              <a:rPr lang="en-SI" sz="1400" dirty="0" err="1"/>
              <a:t>izpuščanje</a:t>
            </a:r>
            <a:r>
              <a:rPr lang="en-SI" sz="1400" dirty="0"/>
              <a:t> </a:t>
            </a:r>
            <a:r>
              <a:rPr lang="en-SI" sz="1400" dirty="0" err="1"/>
              <a:t>polovice</a:t>
            </a:r>
            <a:r>
              <a:rPr lang="en-SI" sz="1400" dirty="0"/>
              <a:t> </a:t>
            </a:r>
            <a:r>
              <a:rPr lang="en-SI" sz="1400" dirty="0" err="1"/>
              <a:t>nevronov</a:t>
            </a:r>
            <a:r>
              <a:rPr lang="en-SI" sz="1400" dirty="0"/>
              <a:t> v </a:t>
            </a:r>
            <a:r>
              <a:rPr lang="en-SI" sz="1400" dirty="0" err="1"/>
              <a:t>vseh</a:t>
            </a:r>
            <a:r>
              <a:rPr lang="en-SI" sz="1400" dirty="0"/>
              <a:t> </a:t>
            </a:r>
            <a:r>
              <a:rPr lang="en-SI" sz="1400" dirty="0" err="1"/>
              <a:t>skritih</a:t>
            </a:r>
            <a:r>
              <a:rPr lang="en-SI" sz="1400" dirty="0"/>
              <a:t> </a:t>
            </a:r>
            <a:r>
              <a:rPr lang="en-SI" sz="1400" dirty="0" err="1"/>
              <a:t>plasteh</a:t>
            </a:r>
            <a:endParaRPr lang="en-SI" sz="1400" dirty="0"/>
          </a:p>
          <a:p>
            <a:endParaRPr lang="en-SI" sz="2000" dirty="0"/>
          </a:p>
          <a:p>
            <a:endParaRPr lang="en-SI" sz="20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3749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7ABA1-4849-1887-C8EF-BA9EE22C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0C568-B2F7-3F79-2406-6D6A59BBA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C9FCC-7ED8-4CB1-234E-F6153660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 err="1"/>
              <a:t>Cilj</a:t>
            </a:r>
            <a:r>
              <a:rPr lang="en-SI" dirty="0"/>
              <a:t> </a:t>
            </a:r>
            <a:r>
              <a:rPr lang="en-SI" dirty="0" err="1"/>
              <a:t>vaje</a:t>
            </a:r>
            <a:endParaRPr lang="sl-S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07F58-46A2-779B-E90C-728AA1136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 dirty="0" err="1"/>
              <a:t>Spoznati</a:t>
            </a:r>
            <a:r>
              <a:rPr lang="en-SI" sz="2000" dirty="0"/>
              <a:t> in </a:t>
            </a:r>
            <a:r>
              <a:rPr lang="en-SI" sz="2000" dirty="0" err="1"/>
              <a:t>preizkusiti</a:t>
            </a:r>
            <a:r>
              <a:rPr lang="en-SI" sz="2000" dirty="0"/>
              <a:t> </a:t>
            </a:r>
            <a:r>
              <a:rPr lang="en-SI" sz="2000" dirty="0" err="1">
                <a:solidFill>
                  <a:srgbClr val="0070C0"/>
                </a:solidFill>
              </a:rPr>
              <a:t>različne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tehnike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/>
              <a:t>za </a:t>
            </a:r>
            <a:r>
              <a:rPr lang="en-SI" sz="2000" dirty="0" err="1">
                <a:solidFill>
                  <a:srgbClr val="0070C0"/>
                </a:solidFill>
              </a:rPr>
              <a:t>preprečevanje</a:t>
            </a:r>
            <a:r>
              <a:rPr lang="en-SI" sz="2000" dirty="0"/>
              <a:t> </a:t>
            </a:r>
            <a:r>
              <a:rPr lang="en-SI" sz="2000" dirty="0" err="1"/>
              <a:t>prekomernega</a:t>
            </a:r>
            <a:r>
              <a:rPr lang="en-SI" sz="2000" dirty="0"/>
              <a:t> </a:t>
            </a:r>
            <a:r>
              <a:rPr lang="en-SI" sz="2000" dirty="0" err="1"/>
              <a:t>prileganja</a:t>
            </a:r>
            <a:endParaRPr lang="en-SI" sz="2000" dirty="0"/>
          </a:p>
          <a:p>
            <a:r>
              <a:rPr lang="en-SI" sz="2000" dirty="0" err="1"/>
              <a:t>Preučiti</a:t>
            </a:r>
            <a:r>
              <a:rPr lang="en-SI" sz="2000" dirty="0"/>
              <a:t> </a:t>
            </a:r>
            <a:r>
              <a:rPr lang="en-SI" sz="2000" dirty="0" err="1">
                <a:solidFill>
                  <a:srgbClr val="0070C0"/>
                </a:solidFill>
              </a:rPr>
              <a:t>vpliv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strukture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nevronske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mreže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/>
              <a:t>na</a:t>
            </a:r>
            <a:r>
              <a:rPr lang="en-SI" sz="2000" dirty="0"/>
              <a:t> </a:t>
            </a:r>
            <a:r>
              <a:rPr lang="en-SI" sz="2000" dirty="0" err="1"/>
              <a:t>učenje</a:t>
            </a:r>
            <a:endParaRPr lang="en-SI" sz="2000" dirty="0"/>
          </a:p>
          <a:p>
            <a:r>
              <a:rPr lang="en-SI" sz="2000" dirty="0" err="1"/>
              <a:t>Preučiti</a:t>
            </a:r>
            <a:r>
              <a:rPr lang="en-SI" sz="2000" dirty="0"/>
              <a:t> </a:t>
            </a:r>
            <a:r>
              <a:rPr lang="en-SI" sz="2000" dirty="0" err="1">
                <a:solidFill>
                  <a:srgbClr val="0070C0"/>
                </a:solidFill>
              </a:rPr>
              <a:t>vpliv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količine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podatkov</a:t>
            </a:r>
            <a:r>
              <a:rPr lang="en-SI" sz="2000" dirty="0"/>
              <a:t> </a:t>
            </a:r>
            <a:r>
              <a:rPr lang="en-SI" sz="2000" dirty="0" err="1"/>
              <a:t>na</a:t>
            </a:r>
            <a:r>
              <a:rPr lang="en-SI" sz="2000" dirty="0"/>
              <a:t> </a:t>
            </a:r>
            <a:r>
              <a:rPr lang="en-SI" sz="2000" dirty="0" err="1"/>
              <a:t>učenje</a:t>
            </a:r>
            <a:endParaRPr lang="en-SI" sz="2000" dirty="0"/>
          </a:p>
          <a:p>
            <a:r>
              <a:rPr lang="en-SI" sz="2000" dirty="0" err="1"/>
              <a:t>Spoznati</a:t>
            </a:r>
            <a:r>
              <a:rPr lang="en-SI" sz="2000" dirty="0"/>
              <a:t> se s </a:t>
            </a:r>
            <a:r>
              <a:rPr lang="en-SI" sz="2000" dirty="0" err="1">
                <a:solidFill>
                  <a:srgbClr val="0070C0"/>
                </a:solidFill>
              </a:rPr>
              <a:t>funkcijami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izgube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/>
              <a:t>in </a:t>
            </a:r>
            <a:r>
              <a:rPr lang="en-SI" sz="2000" dirty="0" err="1">
                <a:solidFill>
                  <a:srgbClr val="0070C0"/>
                </a:solidFill>
              </a:rPr>
              <a:t>metrikami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uspešnosti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</a:p>
          <a:p>
            <a:endParaRPr lang="en-SI" sz="2000" dirty="0"/>
          </a:p>
        </p:txBody>
      </p:sp>
    </p:spTree>
    <p:extLst>
      <p:ext uri="{BB962C8B-B14F-4D97-AF65-F5344CB8AC3E}">
        <p14:creationId xmlns:p14="http://schemas.microsoft.com/office/powerpoint/2010/main" val="43489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476673"/>
            <a:ext cx="9144000" cy="1047328"/>
          </a:xfrm>
        </p:spPr>
        <p:txBody>
          <a:bodyPr/>
          <a:lstStyle/>
          <a:p>
            <a:r>
              <a:rPr lang="en-SI" dirty="0" err="1"/>
              <a:t>Izvedba</a:t>
            </a:r>
            <a:r>
              <a:rPr lang="en-SI" dirty="0"/>
              <a:t> </a:t>
            </a:r>
            <a:r>
              <a:rPr lang="en-SI" dirty="0" err="1"/>
              <a:t>vaje</a:t>
            </a:r>
            <a:endParaRPr lang="sl-SI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484784"/>
            <a:ext cx="9144000" cy="5184576"/>
          </a:xfrm>
        </p:spPr>
        <p:txBody>
          <a:bodyPr/>
          <a:lstStyle/>
          <a:p>
            <a:r>
              <a:rPr lang="en-SI" sz="2000" dirty="0"/>
              <a:t>Analiza </a:t>
            </a:r>
            <a:r>
              <a:rPr lang="en-SI" sz="2000" dirty="0" err="1"/>
              <a:t>sentimenta</a:t>
            </a:r>
            <a:r>
              <a:rPr lang="en-SI" sz="2000" dirty="0"/>
              <a:t> </a:t>
            </a:r>
            <a:r>
              <a:rPr lang="en-SI" sz="2000" dirty="0" err="1"/>
              <a:t>nad</a:t>
            </a:r>
            <a:r>
              <a:rPr lang="en-SI" sz="2000" dirty="0"/>
              <a:t> </a:t>
            </a:r>
            <a:r>
              <a:rPr lang="en-SI" sz="2000" dirty="0" err="1"/>
              <a:t>recenzijami</a:t>
            </a:r>
            <a:r>
              <a:rPr lang="en-SI" sz="2000" dirty="0"/>
              <a:t> </a:t>
            </a:r>
            <a:r>
              <a:rPr lang="en-SI" sz="2000" dirty="0" err="1"/>
              <a:t>filmov</a:t>
            </a:r>
            <a:endParaRPr lang="en-SI" sz="2000" dirty="0"/>
          </a:p>
          <a:p>
            <a:r>
              <a:rPr lang="en-SI" sz="2000" dirty="0" err="1"/>
              <a:t>Podatkovna</a:t>
            </a:r>
            <a:r>
              <a:rPr lang="en-SI" sz="2000" dirty="0"/>
              <a:t> </a:t>
            </a:r>
            <a:r>
              <a:rPr lang="en-SI" sz="2000" dirty="0" err="1"/>
              <a:t>zbirka</a:t>
            </a:r>
            <a:r>
              <a:rPr lang="en-SI" sz="2000" dirty="0"/>
              <a:t> IMDB</a:t>
            </a:r>
            <a:endParaRPr lang="en-SI" sz="2000" i="1" dirty="0"/>
          </a:p>
          <a:p>
            <a:pPr lvl="1"/>
            <a:r>
              <a:rPr lang="en-SI" sz="1800" dirty="0" err="1"/>
              <a:t>Učna</a:t>
            </a:r>
            <a:r>
              <a:rPr lang="en-SI" sz="1800" dirty="0"/>
              <a:t> in </a:t>
            </a:r>
            <a:r>
              <a:rPr lang="en-SI" sz="1800" dirty="0" err="1"/>
              <a:t>testna</a:t>
            </a:r>
            <a:r>
              <a:rPr lang="en-SI" sz="1800" dirty="0"/>
              <a:t> </a:t>
            </a:r>
            <a:r>
              <a:rPr lang="en-SI" sz="1800" dirty="0" err="1"/>
              <a:t>množica</a:t>
            </a:r>
            <a:endParaRPr lang="en-SI" sz="1800" dirty="0"/>
          </a:p>
          <a:p>
            <a:pPr lvl="1"/>
            <a:r>
              <a:rPr lang="en-SI" sz="1800" dirty="0" err="1">
                <a:solidFill>
                  <a:srgbClr val="C00000"/>
                </a:solidFill>
              </a:rPr>
              <a:t>Priporočam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uporabo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ogrodja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Tensorflow</a:t>
            </a:r>
            <a:r>
              <a:rPr lang="en-SI" sz="1800" dirty="0">
                <a:solidFill>
                  <a:srgbClr val="C00000"/>
                </a:solidFill>
              </a:rPr>
              <a:t> in </a:t>
            </a:r>
            <a:r>
              <a:rPr lang="en-SI" sz="1800" dirty="0" err="1">
                <a:solidFill>
                  <a:srgbClr val="C00000"/>
                </a:solidFill>
              </a:rPr>
              <a:t>Keras</a:t>
            </a:r>
            <a:endParaRPr lang="en-SI" sz="1800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r>
              <a:rPr lang="en-SI" sz="1400" dirty="0"/>
              <a:t>from </a:t>
            </a:r>
            <a:r>
              <a:rPr lang="en-SI" sz="1400" dirty="0" err="1"/>
              <a:t>keras.datasets</a:t>
            </a:r>
            <a:r>
              <a:rPr lang="en-SI" sz="1400" dirty="0"/>
              <a:t> import </a:t>
            </a:r>
            <a:r>
              <a:rPr lang="en-SI" sz="1400" dirty="0" err="1"/>
              <a:t>imdb</a:t>
            </a:r>
            <a:endParaRPr lang="en-SI" sz="1400" dirty="0"/>
          </a:p>
          <a:p>
            <a:pPr marL="457200" lvl="1" indent="0">
              <a:buNone/>
            </a:pPr>
            <a:r>
              <a:rPr lang="en-SI" sz="1400" dirty="0"/>
              <a:t>(</a:t>
            </a:r>
            <a:r>
              <a:rPr lang="en-SI" sz="1400" dirty="0" err="1"/>
              <a:t>train_data</a:t>
            </a:r>
            <a:r>
              <a:rPr lang="en-SI" sz="1400" dirty="0"/>
              <a:t>, </a:t>
            </a:r>
            <a:r>
              <a:rPr lang="en-SI" sz="1400" dirty="0" err="1"/>
              <a:t>train_labels</a:t>
            </a:r>
            <a:r>
              <a:rPr lang="en-SI" sz="1400" dirty="0"/>
              <a:t>), (</a:t>
            </a:r>
            <a:r>
              <a:rPr lang="en-SI" sz="1400" dirty="0" err="1"/>
              <a:t>test_data</a:t>
            </a:r>
            <a:r>
              <a:rPr lang="en-SI" sz="1400" dirty="0"/>
              <a:t>, </a:t>
            </a:r>
            <a:r>
              <a:rPr lang="en-SI" sz="1400" dirty="0" err="1"/>
              <a:t>test_labels</a:t>
            </a:r>
            <a:r>
              <a:rPr lang="en-SI" sz="1400" dirty="0"/>
              <a:t>) = </a:t>
            </a:r>
            <a:r>
              <a:rPr lang="en-SI" sz="1400" dirty="0" err="1"/>
              <a:t>imdb.load_data</a:t>
            </a:r>
            <a:r>
              <a:rPr lang="en-SI" sz="1400" dirty="0"/>
              <a:t>(</a:t>
            </a:r>
            <a:r>
              <a:rPr lang="en-SI" sz="1400" dirty="0" err="1">
                <a:solidFill>
                  <a:srgbClr val="7030A0"/>
                </a:solidFill>
              </a:rPr>
              <a:t>num_words</a:t>
            </a:r>
            <a:r>
              <a:rPr lang="en-SI" sz="1400" dirty="0">
                <a:solidFill>
                  <a:srgbClr val="7030A0"/>
                </a:solidFill>
              </a:rPr>
              <a:t>=3000</a:t>
            </a:r>
            <a:r>
              <a:rPr lang="en-SI" sz="1400" dirty="0"/>
              <a:t>)</a:t>
            </a:r>
          </a:p>
          <a:p>
            <a:r>
              <a:rPr lang="en-SI" sz="2000" dirty="0" err="1"/>
              <a:t>Potrebna</a:t>
            </a:r>
            <a:r>
              <a:rPr lang="en-SI" sz="2000" dirty="0"/>
              <a:t> </a:t>
            </a:r>
            <a:r>
              <a:rPr lang="en-SI" sz="2000" dirty="0" err="1"/>
              <a:t>bo</a:t>
            </a:r>
            <a:r>
              <a:rPr lang="en-SI" sz="2000" dirty="0"/>
              <a:t> </a:t>
            </a:r>
            <a:r>
              <a:rPr lang="en-SI" sz="2000" dirty="0" err="1"/>
              <a:t>manjša</a:t>
            </a:r>
            <a:r>
              <a:rPr lang="en-SI" sz="2000" dirty="0"/>
              <a:t> </a:t>
            </a:r>
            <a:r>
              <a:rPr lang="en-SI" sz="2000" dirty="0" err="1"/>
              <a:t>predobdelava</a:t>
            </a:r>
            <a:r>
              <a:rPr lang="en-SI" sz="2000" dirty="0"/>
              <a:t> </a:t>
            </a:r>
            <a:r>
              <a:rPr lang="en-SI" sz="2000" dirty="0" err="1"/>
              <a:t>podatkov</a:t>
            </a:r>
            <a:r>
              <a:rPr lang="en-SI" sz="2000" dirty="0"/>
              <a:t>:</a:t>
            </a:r>
          </a:p>
          <a:p>
            <a:pPr marL="400050" lvl="1" indent="0">
              <a:buNone/>
            </a:pPr>
            <a:r>
              <a:rPr lang="en-SI" sz="1400" dirty="0"/>
              <a:t>import </a:t>
            </a:r>
            <a:r>
              <a:rPr lang="en-SI" sz="1400" dirty="0" err="1"/>
              <a:t>numpy</a:t>
            </a:r>
            <a:r>
              <a:rPr lang="en-SI" sz="1400" dirty="0"/>
              <a:t> as np</a:t>
            </a:r>
          </a:p>
          <a:p>
            <a:pPr marL="400050" lvl="1" indent="0">
              <a:buNone/>
            </a:pPr>
            <a:r>
              <a:rPr lang="sl-SI" sz="1400" dirty="0" err="1"/>
              <a:t>def</a:t>
            </a:r>
            <a:r>
              <a:rPr lang="sl-SI" sz="1400" dirty="0"/>
              <a:t> </a:t>
            </a:r>
            <a:r>
              <a:rPr lang="sl-SI" sz="1400" b="1" dirty="0" err="1"/>
              <a:t>vectorize</a:t>
            </a:r>
            <a:r>
              <a:rPr lang="sl-SI" sz="1400" dirty="0"/>
              <a:t>(</a:t>
            </a:r>
            <a:r>
              <a:rPr lang="sl-SI" sz="1400" dirty="0" err="1"/>
              <a:t>seq</a:t>
            </a:r>
            <a:r>
              <a:rPr lang="sl-SI" sz="1400" dirty="0"/>
              <a:t>, </a:t>
            </a:r>
            <a:r>
              <a:rPr lang="sl-SI" sz="1400" dirty="0">
                <a:solidFill>
                  <a:srgbClr val="7030A0"/>
                </a:solidFill>
              </a:rPr>
              <a:t>dim=3000</a:t>
            </a:r>
            <a:r>
              <a:rPr lang="sl-SI" sz="1400" dirty="0"/>
              <a:t>):</a:t>
            </a:r>
          </a:p>
          <a:p>
            <a:pPr marL="400050" lvl="1" indent="0">
              <a:buNone/>
            </a:pPr>
            <a:r>
              <a:rPr lang="en-SI" sz="1400" dirty="0"/>
              <a:t>  </a:t>
            </a:r>
            <a:r>
              <a:rPr lang="sl-SI" sz="1400" dirty="0"/>
              <a:t>res = </a:t>
            </a:r>
            <a:r>
              <a:rPr lang="sl-SI" sz="1400" dirty="0" err="1"/>
              <a:t>np.zeros</a:t>
            </a:r>
            <a:r>
              <a:rPr lang="sl-SI" sz="1400" dirty="0"/>
              <a:t>((len(</a:t>
            </a:r>
            <a:r>
              <a:rPr lang="sl-SI" sz="1400" dirty="0" err="1"/>
              <a:t>seq</a:t>
            </a:r>
            <a:r>
              <a:rPr lang="sl-SI" sz="1400" dirty="0"/>
              <a:t>), dim))</a:t>
            </a:r>
            <a:r>
              <a:rPr lang="en-SI" sz="1400" dirty="0"/>
              <a:t> </a:t>
            </a:r>
            <a:r>
              <a:rPr lang="sl-SI" sz="1400" dirty="0"/>
              <a:t># matrika </a:t>
            </a:r>
            <a:r>
              <a:rPr lang="en-SI" sz="1400" dirty="0" err="1"/>
              <a:t>oblike</a:t>
            </a:r>
            <a:r>
              <a:rPr lang="en-SI" sz="1400" dirty="0"/>
              <a:t> </a:t>
            </a:r>
            <a:r>
              <a:rPr lang="sl-SI" sz="1400" dirty="0"/>
              <a:t>(len(</a:t>
            </a:r>
            <a:r>
              <a:rPr lang="sl-SI" sz="1400" dirty="0" err="1"/>
              <a:t>seq</a:t>
            </a:r>
            <a:r>
              <a:rPr lang="sl-SI" sz="1400" dirty="0"/>
              <a:t>), dim)</a:t>
            </a:r>
          </a:p>
          <a:p>
            <a:pPr marL="400050" lvl="1" indent="0">
              <a:buNone/>
            </a:pPr>
            <a:r>
              <a:rPr lang="sl-SI" sz="1400" dirty="0"/>
              <a:t>  </a:t>
            </a:r>
            <a:r>
              <a:rPr lang="sl-SI" sz="1400" b="1" dirty="0" err="1"/>
              <a:t>for</a:t>
            </a:r>
            <a:r>
              <a:rPr lang="sl-SI" sz="1400" dirty="0"/>
              <a:t> i, s </a:t>
            </a:r>
            <a:r>
              <a:rPr lang="sl-SI" sz="1400" b="1" dirty="0"/>
              <a:t>in</a:t>
            </a:r>
            <a:r>
              <a:rPr lang="sl-SI" sz="1400" dirty="0"/>
              <a:t> </a:t>
            </a:r>
            <a:r>
              <a:rPr lang="sl-SI" sz="1400" dirty="0" err="1"/>
              <a:t>enumerate</a:t>
            </a:r>
            <a:r>
              <a:rPr lang="sl-SI" sz="1400" dirty="0"/>
              <a:t>(</a:t>
            </a:r>
            <a:r>
              <a:rPr lang="sl-SI" sz="1400" dirty="0" err="1"/>
              <a:t>seq</a:t>
            </a:r>
            <a:r>
              <a:rPr lang="sl-SI" sz="1400" dirty="0"/>
              <a:t>):</a:t>
            </a:r>
          </a:p>
          <a:p>
            <a:pPr marL="400050" lvl="1" indent="0">
              <a:buNone/>
            </a:pPr>
            <a:r>
              <a:rPr lang="sl-SI" sz="1400" dirty="0"/>
              <a:t>    res[i, s] = 1.0 # nastavi indekse na 1</a:t>
            </a:r>
          </a:p>
          <a:p>
            <a:pPr marL="400050" lvl="1" indent="0">
              <a:buNone/>
            </a:pPr>
            <a:r>
              <a:rPr lang="sl-SI" sz="1400" dirty="0"/>
              <a:t>  </a:t>
            </a:r>
            <a:r>
              <a:rPr lang="sl-SI" sz="1400" b="1" dirty="0" err="1"/>
              <a:t>return</a:t>
            </a:r>
            <a:r>
              <a:rPr lang="sl-SI" sz="1400" dirty="0"/>
              <a:t> res</a:t>
            </a:r>
            <a:endParaRPr lang="en-SI" sz="1400" dirty="0"/>
          </a:p>
          <a:p>
            <a:pPr marL="400050" lvl="1" indent="0">
              <a:buNone/>
            </a:pPr>
            <a:r>
              <a:rPr lang="en-SI" sz="1400" dirty="0" err="1"/>
              <a:t>x_train</a:t>
            </a:r>
            <a:r>
              <a:rPr lang="en-SI" sz="1400" dirty="0"/>
              <a:t> = vectorize(</a:t>
            </a:r>
            <a:r>
              <a:rPr lang="en-SI" sz="1400" dirty="0" err="1"/>
              <a:t>train_data</a:t>
            </a:r>
            <a:r>
              <a:rPr lang="en-SI" sz="1400" dirty="0"/>
              <a:t>)</a:t>
            </a:r>
          </a:p>
          <a:p>
            <a:pPr marL="400050" lvl="1" indent="0">
              <a:buNone/>
            </a:pPr>
            <a:r>
              <a:rPr lang="en-SI" sz="1400" dirty="0" err="1"/>
              <a:t>y_train</a:t>
            </a:r>
            <a:r>
              <a:rPr lang="en-SI" sz="1400" dirty="0"/>
              <a:t> = </a:t>
            </a:r>
            <a:r>
              <a:rPr lang="en-SI" sz="1400" dirty="0" err="1"/>
              <a:t>np.asarray</a:t>
            </a:r>
            <a:r>
              <a:rPr lang="en-SI" sz="1400" dirty="0"/>
              <a:t>(</a:t>
            </a:r>
            <a:r>
              <a:rPr lang="en-SI" sz="1400" dirty="0" err="1"/>
              <a:t>test_labels</a:t>
            </a:r>
            <a:r>
              <a:rPr lang="en-SI" sz="1400" dirty="0"/>
              <a:t>).</a:t>
            </a:r>
            <a:r>
              <a:rPr lang="en-SI" sz="1400" dirty="0" err="1"/>
              <a:t>astype</a:t>
            </a:r>
            <a:r>
              <a:rPr lang="en-SI" sz="1400" dirty="0"/>
              <a:t>(‘float32’)</a:t>
            </a:r>
          </a:p>
          <a:p>
            <a:endParaRPr lang="en-SI" sz="20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01895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53B6-5DE9-D24B-4070-52EFD5CA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7002ED-87F2-21BB-7A1A-1720A677E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00E04C-D31B-ED3D-ED62-F5F3ECE8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 err="1"/>
              <a:t>Sklop</a:t>
            </a:r>
            <a:r>
              <a:rPr lang="en-SI" dirty="0"/>
              <a:t> V1.1</a:t>
            </a:r>
            <a:endParaRPr lang="sl-S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0B581-509F-41C9-B2A6-1C27746E6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 dirty="0" err="1">
                <a:solidFill>
                  <a:srgbClr val="000000"/>
                </a:solidFill>
              </a:rPr>
              <a:t>Začetna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nevronska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mreža</a:t>
            </a:r>
            <a:endParaRPr lang="en-SI" sz="20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Vhodna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plast</a:t>
            </a:r>
            <a:r>
              <a:rPr lang="en-SI" sz="1600" dirty="0">
                <a:solidFill>
                  <a:srgbClr val="000000"/>
                </a:solidFill>
              </a:rPr>
              <a:t>: 16 </a:t>
            </a:r>
            <a:r>
              <a:rPr lang="en-SI" sz="1600" dirty="0" err="1">
                <a:solidFill>
                  <a:srgbClr val="000000"/>
                </a:solidFill>
              </a:rPr>
              <a:t>nevronov</a:t>
            </a:r>
            <a:r>
              <a:rPr lang="en-SI" sz="1600" dirty="0">
                <a:solidFill>
                  <a:srgbClr val="000000"/>
                </a:solidFill>
              </a:rPr>
              <a:t> + </a:t>
            </a:r>
            <a:r>
              <a:rPr lang="en-SI" sz="1600" dirty="0" err="1">
                <a:solidFill>
                  <a:srgbClr val="000000"/>
                </a:solidFill>
              </a:rPr>
              <a:t>ReLU</a:t>
            </a:r>
            <a:endParaRPr lang="en-SI" sz="16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Skrita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plast</a:t>
            </a:r>
            <a:r>
              <a:rPr lang="en-SI" sz="1600" dirty="0">
                <a:solidFill>
                  <a:srgbClr val="000000"/>
                </a:solidFill>
              </a:rPr>
              <a:t>: 16 </a:t>
            </a:r>
            <a:r>
              <a:rPr lang="en-SI" sz="1600" dirty="0" err="1">
                <a:solidFill>
                  <a:srgbClr val="000000"/>
                </a:solidFill>
              </a:rPr>
              <a:t>nevronov</a:t>
            </a:r>
            <a:r>
              <a:rPr lang="en-SI" sz="1600" dirty="0">
                <a:solidFill>
                  <a:srgbClr val="000000"/>
                </a:solidFill>
              </a:rPr>
              <a:t> + </a:t>
            </a:r>
            <a:r>
              <a:rPr lang="en-SI" sz="1600" dirty="0" err="1">
                <a:solidFill>
                  <a:srgbClr val="000000"/>
                </a:solidFill>
              </a:rPr>
              <a:t>ReLU</a:t>
            </a:r>
            <a:endParaRPr lang="en-SI" sz="16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Izhodna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plast</a:t>
            </a:r>
            <a:r>
              <a:rPr lang="en-SI" sz="1600" dirty="0">
                <a:solidFill>
                  <a:srgbClr val="000000"/>
                </a:solidFill>
              </a:rPr>
              <a:t>: 1 </a:t>
            </a:r>
            <a:r>
              <a:rPr lang="en-SI" sz="1600" dirty="0" err="1">
                <a:solidFill>
                  <a:srgbClr val="000000"/>
                </a:solidFill>
              </a:rPr>
              <a:t>nevron</a:t>
            </a:r>
            <a:r>
              <a:rPr lang="en-SI" sz="1600" dirty="0">
                <a:solidFill>
                  <a:srgbClr val="000000"/>
                </a:solidFill>
              </a:rPr>
              <a:t> + </a:t>
            </a:r>
            <a:r>
              <a:rPr lang="en-SI" sz="1600" dirty="0" err="1">
                <a:solidFill>
                  <a:srgbClr val="000000"/>
                </a:solidFill>
              </a:rPr>
              <a:t>sigmoidna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aktivacijska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funkcija</a:t>
            </a:r>
            <a:endParaRPr lang="en-SI" sz="16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Optimizacijski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algoritem</a:t>
            </a:r>
            <a:r>
              <a:rPr lang="en-SI" sz="1600" dirty="0">
                <a:solidFill>
                  <a:srgbClr val="000000"/>
                </a:solidFill>
              </a:rPr>
              <a:t>: Adam</a:t>
            </a: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Funkcija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izgube</a:t>
            </a:r>
            <a:r>
              <a:rPr lang="en-SI" sz="1600" dirty="0">
                <a:solidFill>
                  <a:srgbClr val="000000"/>
                </a:solidFill>
              </a:rPr>
              <a:t>: </a:t>
            </a:r>
            <a:r>
              <a:rPr lang="en-SI" sz="1600" dirty="0" err="1">
                <a:solidFill>
                  <a:srgbClr val="000000"/>
                </a:solidFill>
              </a:rPr>
              <a:t>binarna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križna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entropija</a:t>
            </a:r>
            <a:endParaRPr lang="en-SI" sz="16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70C0"/>
                </a:solidFill>
              </a:rPr>
              <a:t>Uporabite</a:t>
            </a:r>
            <a:r>
              <a:rPr lang="en-SI" sz="1600" dirty="0">
                <a:solidFill>
                  <a:srgbClr val="0070C0"/>
                </a:solidFill>
              </a:rPr>
              <a:t> </a:t>
            </a:r>
            <a:r>
              <a:rPr lang="en-SI" sz="1600" dirty="0" err="1">
                <a:solidFill>
                  <a:srgbClr val="0070C0"/>
                </a:solidFill>
              </a:rPr>
              <a:t>najpogostejših</a:t>
            </a:r>
            <a:r>
              <a:rPr lang="en-SI" sz="1600" dirty="0">
                <a:solidFill>
                  <a:srgbClr val="0070C0"/>
                </a:solidFill>
              </a:rPr>
              <a:t> 3000 </a:t>
            </a:r>
            <a:r>
              <a:rPr lang="en-SI" sz="1600" dirty="0" err="1">
                <a:solidFill>
                  <a:srgbClr val="0070C0"/>
                </a:solidFill>
              </a:rPr>
              <a:t>besed</a:t>
            </a:r>
            <a:endParaRPr lang="en-SI" sz="16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70C0"/>
                </a:solidFill>
              </a:rPr>
              <a:t>Mrežo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učite</a:t>
            </a:r>
            <a:r>
              <a:rPr lang="en-SI" sz="2000" dirty="0">
                <a:solidFill>
                  <a:srgbClr val="0070C0"/>
                </a:solidFill>
              </a:rPr>
              <a:t> 20 </a:t>
            </a:r>
            <a:r>
              <a:rPr lang="en-SI" sz="2000" dirty="0" err="1">
                <a:solidFill>
                  <a:srgbClr val="0070C0"/>
                </a:solidFill>
              </a:rPr>
              <a:t>epoh</a:t>
            </a:r>
            <a:endParaRPr lang="en-SI" sz="2000" dirty="0">
              <a:solidFill>
                <a:srgbClr val="0070C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Izrišite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grafa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funkcije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izgube</a:t>
            </a:r>
            <a:r>
              <a:rPr lang="en-SI" sz="2000" dirty="0">
                <a:solidFill>
                  <a:srgbClr val="000000"/>
                </a:solidFill>
              </a:rPr>
              <a:t> med </a:t>
            </a:r>
            <a:r>
              <a:rPr lang="en-SI" sz="2000" dirty="0" err="1">
                <a:solidFill>
                  <a:srgbClr val="000000"/>
                </a:solidFill>
              </a:rPr>
              <a:t>učenjem</a:t>
            </a:r>
            <a:r>
              <a:rPr lang="en-SI" sz="2000" dirty="0">
                <a:solidFill>
                  <a:srgbClr val="000000"/>
                </a:solidFill>
              </a:rPr>
              <a:t> in </a:t>
            </a:r>
            <a:r>
              <a:rPr lang="en-SI" sz="2000" dirty="0" err="1">
                <a:solidFill>
                  <a:srgbClr val="000000"/>
                </a:solidFill>
              </a:rPr>
              <a:t>validacijo</a:t>
            </a:r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Izrišite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graf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metrike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točnosti</a:t>
            </a:r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Odgovorite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na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vprašanja</a:t>
            </a:r>
            <a:endParaRPr lang="en-SI" sz="2000" dirty="0">
              <a:solidFill>
                <a:srgbClr val="000000"/>
              </a:solidFill>
            </a:endParaRPr>
          </a:p>
          <a:p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b="1" dirty="0" err="1">
                <a:solidFill>
                  <a:srgbClr val="C00000"/>
                </a:solidFill>
              </a:rPr>
              <a:t>Sklop</a:t>
            </a:r>
            <a:r>
              <a:rPr lang="en-SI" sz="2000" b="1" dirty="0">
                <a:solidFill>
                  <a:srgbClr val="C00000"/>
                </a:solidFill>
              </a:rPr>
              <a:t> V1.1 je </a:t>
            </a:r>
            <a:r>
              <a:rPr lang="en-SI" sz="2000" b="1" dirty="0" err="1">
                <a:solidFill>
                  <a:srgbClr val="C00000"/>
                </a:solidFill>
              </a:rPr>
              <a:t>obvezen</a:t>
            </a:r>
            <a:r>
              <a:rPr lang="en-SI" sz="2000" b="1" dirty="0">
                <a:solidFill>
                  <a:srgbClr val="C00000"/>
                </a:solidFill>
              </a:rPr>
              <a:t> za </a:t>
            </a:r>
            <a:r>
              <a:rPr lang="en-SI" sz="2000" b="1" dirty="0" err="1">
                <a:solidFill>
                  <a:srgbClr val="C00000"/>
                </a:solidFill>
              </a:rPr>
              <a:t>zagovor</a:t>
            </a:r>
            <a:r>
              <a:rPr lang="en-SI" sz="2000" b="1" dirty="0">
                <a:solidFill>
                  <a:srgbClr val="C00000"/>
                </a:solidFill>
              </a:rPr>
              <a:t> in je </a:t>
            </a:r>
            <a:r>
              <a:rPr lang="en-SI" sz="2000" b="1" dirty="0" err="1">
                <a:solidFill>
                  <a:srgbClr val="C00000"/>
                </a:solidFill>
              </a:rPr>
              <a:t>vreden</a:t>
            </a:r>
            <a:r>
              <a:rPr lang="en-SI" sz="2000" b="1" dirty="0">
                <a:solidFill>
                  <a:srgbClr val="C00000"/>
                </a:solidFill>
              </a:rPr>
              <a:t> 50 </a:t>
            </a:r>
            <a:r>
              <a:rPr lang="en-SI" sz="2000" b="1" dirty="0" err="1">
                <a:solidFill>
                  <a:srgbClr val="C00000"/>
                </a:solidFill>
              </a:rPr>
              <a:t>točk</a:t>
            </a:r>
            <a:r>
              <a:rPr lang="en-SI" sz="2000" b="1" dirty="0">
                <a:solidFill>
                  <a:srgbClr val="C00000"/>
                </a:solidFill>
              </a:rPr>
              <a:t>!</a:t>
            </a:r>
          </a:p>
          <a:p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/>
          </a:p>
        </p:txBody>
      </p:sp>
    </p:spTree>
    <p:extLst>
      <p:ext uri="{BB962C8B-B14F-4D97-AF65-F5344CB8AC3E}">
        <p14:creationId xmlns:p14="http://schemas.microsoft.com/office/powerpoint/2010/main" val="2367845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10D77-1D73-3B08-48F4-53BDF04FB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1D55C7-C3DF-E129-2D88-5AF641A5C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DE720B-3A42-A3A1-31FE-4C71294D2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 err="1"/>
              <a:t>Sklop</a:t>
            </a:r>
            <a:r>
              <a:rPr lang="en-SI" dirty="0"/>
              <a:t> V1.2</a:t>
            </a:r>
            <a:endParaRPr lang="sl-S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3D9AA-1D3B-E28F-9553-78DD9E6CF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 dirty="0" err="1">
                <a:solidFill>
                  <a:srgbClr val="000000"/>
                </a:solidFill>
              </a:rPr>
              <a:t>Manjša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nevronska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mreža</a:t>
            </a:r>
            <a:endParaRPr lang="en-SI" sz="20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Vhodna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plast</a:t>
            </a:r>
            <a:r>
              <a:rPr lang="en-SI" sz="1600" dirty="0">
                <a:solidFill>
                  <a:srgbClr val="000000"/>
                </a:solidFill>
              </a:rPr>
              <a:t>: 4 </a:t>
            </a:r>
            <a:r>
              <a:rPr lang="en-SI" sz="1600" dirty="0" err="1">
                <a:solidFill>
                  <a:srgbClr val="000000"/>
                </a:solidFill>
              </a:rPr>
              <a:t>nevroni</a:t>
            </a:r>
            <a:r>
              <a:rPr lang="en-SI" sz="1600" dirty="0">
                <a:solidFill>
                  <a:srgbClr val="000000"/>
                </a:solidFill>
              </a:rPr>
              <a:t> + </a:t>
            </a:r>
            <a:r>
              <a:rPr lang="en-SI" sz="1600" dirty="0" err="1">
                <a:solidFill>
                  <a:srgbClr val="000000"/>
                </a:solidFill>
              </a:rPr>
              <a:t>ReLU</a:t>
            </a:r>
            <a:endParaRPr lang="en-SI" sz="16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Skrita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plast</a:t>
            </a:r>
            <a:r>
              <a:rPr lang="en-SI" sz="1600" dirty="0">
                <a:solidFill>
                  <a:srgbClr val="000000"/>
                </a:solidFill>
              </a:rPr>
              <a:t>: 4 </a:t>
            </a:r>
            <a:r>
              <a:rPr lang="en-SI" sz="1600" dirty="0" err="1">
                <a:solidFill>
                  <a:srgbClr val="000000"/>
                </a:solidFill>
              </a:rPr>
              <a:t>nevroni</a:t>
            </a:r>
            <a:r>
              <a:rPr lang="en-SI" sz="1600" dirty="0">
                <a:solidFill>
                  <a:srgbClr val="000000"/>
                </a:solidFill>
              </a:rPr>
              <a:t> + </a:t>
            </a:r>
            <a:r>
              <a:rPr lang="en-SI" sz="1600" dirty="0" err="1">
                <a:solidFill>
                  <a:srgbClr val="000000"/>
                </a:solidFill>
              </a:rPr>
              <a:t>ReLU</a:t>
            </a:r>
            <a:endParaRPr lang="en-SI" sz="16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Izhodna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plast</a:t>
            </a:r>
            <a:r>
              <a:rPr lang="en-SI" sz="1600" dirty="0">
                <a:solidFill>
                  <a:srgbClr val="000000"/>
                </a:solidFill>
              </a:rPr>
              <a:t>: 1 </a:t>
            </a:r>
            <a:r>
              <a:rPr lang="en-SI" sz="1600" dirty="0" err="1">
                <a:solidFill>
                  <a:srgbClr val="000000"/>
                </a:solidFill>
              </a:rPr>
              <a:t>nevron</a:t>
            </a:r>
            <a:r>
              <a:rPr lang="en-SI" sz="1600" dirty="0">
                <a:solidFill>
                  <a:srgbClr val="000000"/>
                </a:solidFill>
              </a:rPr>
              <a:t> + </a:t>
            </a:r>
            <a:r>
              <a:rPr lang="en-SI" sz="1600" dirty="0" err="1">
                <a:solidFill>
                  <a:srgbClr val="000000"/>
                </a:solidFill>
              </a:rPr>
              <a:t>sigmoidna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aktivacijska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funkcija</a:t>
            </a:r>
            <a:endParaRPr lang="en-SI" sz="16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Optimizacijski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algoritem</a:t>
            </a:r>
            <a:r>
              <a:rPr lang="en-SI" sz="1600" dirty="0">
                <a:solidFill>
                  <a:srgbClr val="000000"/>
                </a:solidFill>
              </a:rPr>
              <a:t>: Adam</a:t>
            </a: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Funkcija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izgube</a:t>
            </a:r>
            <a:r>
              <a:rPr lang="en-SI" sz="1600" dirty="0">
                <a:solidFill>
                  <a:srgbClr val="000000"/>
                </a:solidFill>
              </a:rPr>
              <a:t>: </a:t>
            </a:r>
            <a:r>
              <a:rPr lang="en-SI" sz="1600" dirty="0" err="1">
                <a:solidFill>
                  <a:srgbClr val="000000"/>
                </a:solidFill>
              </a:rPr>
              <a:t>binarna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križna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entropija</a:t>
            </a:r>
            <a:endParaRPr lang="en-SI" sz="16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70C0"/>
                </a:solidFill>
              </a:rPr>
              <a:t>Uporabite</a:t>
            </a:r>
            <a:r>
              <a:rPr lang="en-SI" sz="1600" dirty="0">
                <a:solidFill>
                  <a:srgbClr val="0070C0"/>
                </a:solidFill>
              </a:rPr>
              <a:t> </a:t>
            </a:r>
            <a:r>
              <a:rPr lang="en-SI" sz="1600" dirty="0" err="1">
                <a:solidFill>
                  <a:srgbClr val="0070C0"/>
                </a:solidFill>
              </a:rPr>
              <a:t>najpogostejših</a:t>
            </a:r>
            <a:r>
              <a:rPr lang="en-SI" sz="1600" dirty="0">
                <a:solidFill>
                  <a:srgbClr val="0070C0"/>
                </a:solidFill>
              </a:rPr>
              <a:t> 3000 </a:t>
            </a:r>
            <a:r>
              <a:rPr lang="en-SI" sz="1600" dirty="0" err="1">
                <a:solidFill>
                  <a:srgbClr val="0070C0"/>
                </a:solidFill>
              </a:rPr>
              <a:t>besed</a:t>
            </a:r>
            <a:endParaRPr lang="en-SI" sz="16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70C0"/>
                </a:solidFill>
              </a:rPr>
              <a:t>Mrežo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učite</a:t>
            </a:r>
            <a:r>
              <a:rPr lang="en-SI" sz="2000" dirty="0">
                <a:solidFill>
                  <a:srgbClr val="0070C0"/>
                </a:solidFill>
              </a:rPr>
              <a:t> 20 </a:t>
            </a:r>
            <a:r>
              <a:rPr lang="en-SI" sz="2000" dirty="0" err="1">
                <a:solidFill>
                  <a:srgbClr val="0070C0"/>
                </a:solidFill>
              </a:rPr>
              <a:t>epoh</a:t>
            </a:r>
            <a:endParaRPr lang="en-SI" sz="2000" dirty="0">
              <a:solidFill>
                <a:srgbClr val="0070C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Izrišite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grafa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funkcije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izgube</a:t>
            </a:r>
            <a:r>
              <a:rPr lang="en-SI" sz="2000" dirty="0">
                <a:solidFill>
                  <a:srgbClr val="000000"/>
                </a:solidFill>
              </a:rPr>
              <a:t> med </a:t>
            </a:r>
            <a:r>
              <a:rPr lang="en-SI" sz="2000" dirty="0" err="1">
                <a:solidFill>
                  <a:srgbClr val="000000"/>
                </a:solidFill>
              </a:rPr>
              <a:t>učenjem</a:t>
            </a:r>
            <a:r>
              <a:rPr lang="en-SI" sz="2000" dirty="0">
                <a:solidFill>
                  <a:srgbClr val="000000"/>
                </a:solidFill>
              </a:rPr>
              <a:t> in </a:t>
            </a:r>
            <a:r>
              <a:rPr lang="en-SI" sz="2000" dirty="0" err="1">
                <a:solidFill>
                  <a:srgbClr val="000000"/>
                </a:solidFill>
              </a:rPr>
              <a:t>validacijo</a:t>
            </a:r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Izrišite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graf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metrike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točnosti</a:t>
            </a:r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Odgovorite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na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vprašanja</a:t>
            </a:r>
            <a:r>
              <a:rPr lang="en-SI" sz="2000" dirty="0">
                <a:solidFill>
                  <a:srgbClr val="000000"/>
                </a:solidFill>
              </a:rPr>
              <a:t> in </a:t>
            </a:r>
            <a:r>
              <a:rPr lang="en-SI" sz="2000" dirty="0" err="1">
                <a:solidFill>
                  <a:srgbClr val="000000"/>
                </a:solidFill>
              </a:rPr>
              <a:t>primerjajte</a:t>
            </a:r>
            <a:r>
              <a:rPr lang="en-SI" sz="2000" dirty="0">
                <a:solidFill>
                  <a:srgbClr val="000000"/>
                </a:solidFill>
              </a:rPr>
              <a:t> z </a:t>
            </a:r>
            <a:r>
              <a:rPr lang="en-SI" sz="2000" dirty="0" err="1">
                <a:solidFill>
                  <a:srgbClr val="000000"/>
                </a:solidFill>
              </a:rPr>
              <a:t>rezultati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sklopa</a:t>
            </a:r>
            <a:r>
              <a:rPr lang="en-SI" sz="2000" dirty="0">
                <a:solidFill>
                  <a:srgbClr val="000000"/>
                </a:solidFill>
              </a:rPr>
              <a:t> V1.1</a:t>
            </a:r>
          </a:p>
          <a:p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Sklop</a:t>
            </a:r>
            <a:r>
              <a:rPr lang="en-SI" sz="2000" dirty="0">
                <a:solidFill>
                  <a:srgbClr val="000000"/>
                </a:solidFill>
              </a:rPr>
              <a:t> V1.2 je </a:t>
            </a:r>
            <a:r>
              <a:rPr lang="en-SI" sz="2000" dirty="0" err="1">
                <a:solidFill>
                  <a:srgbClr val="000000"/>
                </a:solidFill>
              </a:rPr>
              <a:t>vreden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>
                <a:solidFill>
                  <a:srgbClr val="0070C0"/>
                </a:solidFill>
              </a:rPr>
              <a:t>10 </a:t>
            </a:r>
            <a:r>
              <a:rPr lang="en-SI" sz="2000" dirty="0" err="1">
                <a:solidFill>
                  <a:srgbClr val="0070C0"/>
                </a:solidFill>
              </a:rPr>
              <a:t>točk</a:t>
            </a:r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/>
          </a:p>
        </p:txBody>
      </p:sp>
    </p:spTree>
    <p:extLst>
      <p:ext uri="{BB962C8B-B14F-4D97-AF65-F5344CB8AC3E}">
        <p14:creationId xmlns:p14="http://schemas.microsoft.com/office/powerpoint/2010/main" val="1899202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745FB-7846-7A1B-4CCA-D77E26FA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44C323-4779-EEFC-4B07-C32342786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64EF1E-387F-2558-4B9E-BC80F8162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 err="1"/>
              <a:t>Sklop</a:t>
            </a:r>
            <a:r>
              <a:rPr lang="en-SI" dirty="0"/>
              <a:t> V1.3</a:t>
            </a:r>
            <a:endParaRPr lang="sl-S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17186-7465-080B-C9FF-3B1F0FFD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 dirty="0" err="1">
                <a:solidFill>
                  <a:srgbClr val="000000"/>
                </a:solidFill>
              </a:rPr>
              <a:t>Večja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nevronska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mreža</a:t>
            </a:r>
            <a:endParaRPr lang="en-SI" sz="20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Vhodna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plast</a:t>
            </a:r>
            <a:r>
              <a:rPr lang="en-SI" sz="1600" dirty="0">
                <a:solidFill>
                  <a:srgbClr val="000000"/>
                </a:solidFill>
              </a:rPr>
              <a:t>: 512 </a:t>
            </a:r>
            <a:r>
              <a:rPr lang="en-SI" sz="1600" dirty="0" err="1">
                <a:solidFill>
                  <a:srgbClr val="000000"/>
                </a:solidFill>
              </a:rPr>
              <a:t>nevronov</a:t>
            </a:r>
            <a:r>
              <a:rPr lang="en-SI" sz="1600" dirty="0">
                <a:solidFill>
                  <a:srgbClr val="000000"/>
                </a:solidFill>
              </a:rPr>
              <a:t> + </a:t>
            </a:r>
            <a:r>
              <a:rPr lang="en-SI" sz="1600" dirty="0" err="1">
                <a:solidFill>
                  <a:srgbClr val="000000"/>
                </a:solidFill>
              </a:rPr>
              <a:t>ReLU</a:t>
            </a:r>
            <a:endParaRPr lang="en-SI" sz="16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Skrita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plast</a:t>
            </a:r>
            <a:r>
              <a:rPr lang="en-SI" sz="1600" dirty="0">
                <a:solidFill>
                  <a:srgbClr val="000000"/>
                </a:solidFill>
              </a:rPr>
              <a:t>: 512 </a:t>
            </a:r>
            <a:r>
              <a:rPr lang="en-SI" sz="1600" dirty="0" err="1">
                <a:solidFill>
                  <a:srgbClr val="000000"/>
                </a:solidFill>
              </a:rPr>
              <a:t>nevronov</a:t>
            </a:r>
            <a:r>
              <a:rPr lang="en-SI" sz="1600" dirty="0">
                <a:solidFill>
                  <a:srgbClr val="000000"/>
                </a:solidFill>
              </a:rPr>
              <a:t> + </a:t>
            </a:r>
            <a:r>
              <a:rPr lang="en-SI" sz="1600" dirty="0" err="1">
                <a:solidFill>
                  <a:srgbClr val="000000"/>
                </a:solidFill>
              </a:rPr>
              <a:t>ReLU</a:t>
            </a:r>
            <a:endParaRPr lang="en-SI" sz="16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Izhodna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plast</a:t>
            </a:r>
            <a:r>
              <a:rPr lang="en-SI" sz="1600" dirty="0">
                <a:solidFill>
                  <a:srgbClr val="000000"/>
                </a:solidFill>
              </a:rPr>
              <a:t>: 1 </a:t>
            </a:r>
            <a:r>
              <a:rPr lang="en-SI" sz="1600" dirty="0" err="1">
                <a:solidFill>
                  <a:srgbClr val="000000"/>
                </a:solidFill>
              </a:rPr>
              <a:t>nevron</a:t>
            </a:r>
            <a:r>
              <a:rPr lang="en-SI" sz="1600" dirty="0">
                <a:solidFill>
                  <a:srgbClr val="000000"/>
                </a:solidFill>
              </a:rPr>
              <a:t> + </a:t>
            </a:r>
            <a:r>
              <a:rPr lang="en-SI" sz="1600" dirty="0" err="1">
                <a:solidFill>
                  <a:srgbClr val="000000"/>
                </a:solidFill>
              </a:rPr>
              <a:t>sigmoidna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aktivacijska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funkcija</a:t>
            </a:r>
            <a:endParaRPr lang="en-SI" sz="16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Optimizacijski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algoritem</a:t>
            </a:r>
            <a:r>
              <a:rPr lang="en-SI" sz="1600" dirty="0">
                <a:solidFill>
                  <a:srgbClr val="000000"/>
                </a:solidFill>
              </a:rPr>
              <a:t>: Adam</a:t>
            </a:r>
          </a:p>
          <a:p>
            <a:pPr lvl="1"/>
            <a:r>
              <a:rPr lang="en-SI" sz="1600" dirty="0" err="1">
                <a:solidFill>
                  <a:srgbClr val="000000"/>
                </a:solidFill>
              </a:rPr>
              <a:t>Funkcija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izgube</a:t>
            </a:r>
            <a:r>
              <a:rPr lang="en-SI" sz="1600" dirty="0">
                <a:solidFill>
                  <a:srgbClr val="000000"/>
                </a:solidFill>
              </a:rPr>
              <a:t>: </a:t>
            </a:r>
            <a:r>
              <a:rPr lang="en-SI" sz="1600" dirty="0" err="1">
                <a:solidFill>
                  <a:srgbClr val="000000"/>
                </a:solidFill>
              </a:rPr>
              <a:t>binarna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križna</a:t>
            </a:r>
            <a:r>
              <a:rPr lang="en-SI" sz="1600" dirty="0">
                <a:solidFill>
                  <a:srgbClr val="000000"/>
                </a:solidFill>
              </a:rPr>
              <a:t> </a:t>
            </a:r>
            <a:r>
              <a:rPr lang="en-SI" sz="1600" dirty="0" err="1">
                <a:solidFill>
                  <a:srgbClr val="000000"/>
                </a:solidFill>
              </a:rPr>
              <a:t>entropija</a:t>
            </a:r>
            <a:endParaRPr lang="en-SI" sz="16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70C0"/>
                </a:solidFill>
              </a:rPr>
              <a:t>Uporabite</a:t>
            </a:r>
            <a:r>
              <a:rPr lang="en-SI" sz="1600" dirty="0">
                <a:solidFill>
                  <a:srgbClr val="0070C0"/>
                </a:solidFill>
              </a:rPr>
              <a:t> </a:t>
            </a:r>
            <a:r>
              <a:rPr lang="en-SI" sz="1600" dirty="0" err="1">
                <a:solidFill>
                  <a:srgbClr val="0070C0"/>
                </a:solidFill>
              </a:rPr>
              <a:t>najpogostejših</a:t>
            </a:r>
            <a:r>
              <a:rPr lang="en-SI" sz="1600" dirty="0">
                <a:solidFill>
                  <a:srgbClr val="0070C0"/>
                </a:solidFill>
              </a:rPr>
              <a:t> 3000 </a:t>
            </a:r>
            <a:r>
              <a:rPr lang="en-SI" sz="1600" dirty="0" err="1">
                <a:solidFill>
                  <a:srgbClr val="0070C0"/>
                </a:solidFill>
              </a:rPr>
              <a:t>besed</a:t>
            </a:r>
            <a:endParaRPr lang="en-SI" sz="16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70C0"/>
                </a:solidFill>
              </a:rPr>
              <a:t>Mrežo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učite</a:t>
            </a:r>
            <a:r>
              <a:rPr lang="en-SI" sz="2000" dirty="0">
                <a:solidFill>
                  <a:srgbClr val="0070C0"/>
                </a:solidFill>
              </a:rPr>
              <a:t> 20 </a:t>
            </a:r>
            <a:r>
              <a:rPr lang="en-SI" sz="2000" dirty="0" err="1">
                <a:solidFill>
                  <a:srgbClr val="0070C0"/>
                </a:solidFill>
              </a:rPr>
              <a:t>epoh</a:t>
            </a:r>
            <a:endParaRPr lang="en-SI" sz="2000" dirty="0">
              <a:solidFill>
                <a:srgbClr val="0070C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Izrišite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grafa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funkcije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izgube</a:t>
            </a:r>
            <a:r>
              <a:rPr lang="en-SI" sz="2000" dirty="0">
                <a:solidFill>
                  <a:srgbClr val="000000"/>
                </a:solidFill>
              </a:rPr>
              <a:t> med </a:t>
            </a:r>
            <a:r>
              <a:rPr lang="en-SI" sz="2000" dirty="0" err="1">
                <a:solidFill>
                  <a:srgbClr val="000000"/>
                </a:solidFill>
              </a:rPr>
              <a:t>učenjem</a:t>
            </a:r>
            <a:r>
              <a:rPr lang="en-SI" sz="2000" dirty="0">
                <a:solidFill>
                  <a:srgbClr val="000000"/>
                </a:solidFill>
              </a:rPr>
              <a:t> in </a:t>
            </a:r>
            <a:r>
              <a:rPr lang="en-SI" sz="2000" dirty="0" err="1">
                <a:solidFill>
                  <a:srgbClr val="000000"/>
                </a:solidFill>
              </a:rPr>
              <a:t>validacijo</a:t>
            </a:r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Izrišite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graf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metrike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točnosti</a:t>
            </a:r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Odgovorite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na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vprašanja</a:t>
            </a:r>
            <a:r>
              <a:rPr lang="en-SI" sz="2000" dirty="0">
                <a:solidFill>
                  <a:srgbClr val="000000"/>
                </a:solidFill>
              </a:rPr>
              <a:t> in </a:t>
            </a:r>
            <a:r>
              <a:rPr lang="en-SI" sz="2000" dirty="0" err="1">
                <a:solidFill>
                  <a:srgbClr val="000000"/>
                </a:solidFill>
              </a:rPr>
              <a:t>primerjajte</a:t>
            </a:r>
            <a:r>
              <a:rPr lang="en-SI" sz="2000" dirty="0">
                <a:solidFill>
                  <a:srgbClr val="000000"/>
                </a:solidFill>
              </a:rPr>
              <a:t> z </a:t>
            </a:r>
            <a:r>
              <a:rPr lang="en-SI" sz="2000" dirty="0" err="1">
                <a:solidFill>
                  <a:srgbClr val="000000"/>
                </a:solidFill>
              </a:rPr>
              <a:t>rezultati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sklopov</a:t>
            </a:r>
            <a:r>
              <a:rPr lang="en-SI" sz="2000" dirty="0">
                <a:solidFill>
                  <a:srgbClr val="000000"/>
                </a:solidFill>
              </a:rPr>
              <a:t> V1.1 in V1.2</a:t>
            </a:r>
          </a:p>
          <a:p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Sklop</a:t>
            </a:r>
            <a:r>
              <a:rPr lang="en-SI" sz="2000" dirty="0">
                <a:solidFill>
                  <a:srgbClr val="000000"/>
                </a:solidFill>
              </a:rPr>
              <a:t> V1.3 je </a:t>
            </a:r>
            <a:r>
              <a:rPr lang="en-SI" sz="2000" dirty="0" err="1">
                <a:solidFill>
                  <a:srgbClr val="000000"/>
                </a:solidFill>
              </a:rPr>
              <a:t>vreden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>
                <a:solidFill>
                  <a:srgbClr val="0070C0"/>
                </a:solidFill>
              </a:rPr>
              <a:t>10 </a:t>
            </a:r>
            <a:r>
              <a:rPr lang="en-SI" sz="2000" dirty="0" err="1">
                <a:solidFill>
                  <a:srgbClr val="0070C0"/>
                </a:solidFill>
              </a:rPr>
              <a:t>točk</a:t>
            </a:r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/>
          </a:p>
        </p:txBody>
      </p:sp>
    </p:spTree>
    <p:extLst>
      <p:ext uri="{BB962C8B-B14F-4D97-AF65-F5344CB8AC3E}">
        <p14:creationId xmlns:p14="http://schemas.microsoft.com/office/powerpoint/2010/main" val="1297548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F90A-D23B-13E6-4A34-4FF512B5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9BFF76-40B9-1E41-2A5E-E6DE82D23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9B922D-B8BC-0ABC-5246-7FF4329B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 err="1"/>
              <a:t>Sklop</a:t>
            </a:r>
            <a:r>
              <a:rPr lang="en-SI" dirty="0"/>
              <a:t> V1.4</a:t>
            </a:r>
            <a:endParaRPr lang="sl-S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2B7D7-03C1-6937-A300-837093E25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 dirty="0" err="1">
                <a:solidFill>
                  <a:srgbClr val="000000"/>
                </a:solidFill>
              </a:rPr>
              <a:t>Ponovite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učenje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vseh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treh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arhitektur</a:t>
            </a:r>
            <a:r>
              <a:rPr lang="en-SI" sz="2000" dirty="0">
                <a:solidFill>
                  <a:srgbClr val="000000"/>
                </a:solidFill>
              </a:rPr>
              <a:t> (V1.1, V1.2 in V1.3) z </a:t>
            </a:r>
            <a:r>
              <a:rPr lang="en-SI" sz="2000" dirty="0" err="1">
                <a:solidFill>
                  <a:srgbClr val="000000"/>
                </a:solidFill>
              </a:rPr>
              <a:t>dodano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regularizacijo</a:t>
            </a:r>
            <a:r>
              <a:rPr lang="en-SI" sz="2000" dirty="0">
                <a:solidFill>
                  <a:srgbClr val="000000"/>
                </a:solidFill>
              </a:rPr>
              <a:t> L2</a:t>
            </a:r>
          </a:p>
          <a:p>
            <a:r>
              <a:rPr lang="en-SI" sz="2000" dirty="0" err="1">
                <a:solidFill>
                  <a:srgbClr val="000000"/>
                </a:solidFill>
              </a:rPr>
              <a:t>Ponovite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učenje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vseh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treh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arhitektur</a:t>
            </a:r>
            <a:r>
              <a:rPr lang="en-SI" sz="2000" dirty="0">
                <a:solidFill>
                  <a:srgbClr val="000000"/>
                </a:solidFill>
              </a:rPr>
              <a:t> (V1.1, V1.2 in V1.3) z </a:t>
            </a:r>
            <a:r>
              <a:rPr lang="en-SI" sz="2000" dirty="0" err="1">
                <a:solidFill>
                  <a:srgbClr val="000000"/>
                </a:solidFill>
              </a:rPr>
              <a:t>dodano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plastjo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izpusta</a:t>
            </a:r>
            <a:endParaRPr lang="en-SI" sz="16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70C0"/>
                </a:solidFill>
              </a:rPr>
              <a:t>Mrežo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učite</a:t>
            </a:r>
            <a:r>
              <a:rPr lang="en-SI" sz="2000" dirty="0">
                <a:solidFill>
                  <a:srgbClr val="0070C0"/>
                </a:solidFill>
              </a:rPr>
              <a:t> 20 </a:t>
            </a:r>
            <a:r>
              <a:rPr lang="en-SI" sz="2000" dirty="0" err="1">
                <a:solidFill>
                  <a:srgbClr val="0070C0"/>
                </a:solidFill>
              </a:rPr>
              <a:t>epoh</a:t>
            </a:r>
            <a:endParaRPr lang="en-SI" sz="2000" dirty="0">
              <a:solidFill>
                <a:srgbClr val="0070C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Izrišite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grafa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funkcije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izgube</a:t>
            </a:r>
            <a:r>
              <a:rPr lang="en-SI" sz="2000" dirty="0">
                <a:solidFill>
                  <a:srgbClr val="000000"/>
                </a:solidFill>
              </a:rPr>
              <a:t> med </a:t>
            </a:r>
            <a:r>
              <a:rPr lang="en-SI" sz="2000" dirty="0" err="1">
                <a:solidFill>
                  <a:srgbClr val="000000"/>
                </a:solidFill>
              </a:rPr>
              <a:t>učenjem</a:t>
            </a:r>
            <a:r>
              <a:rPr lang="en-SI" sz="2000" dirty="0">
                <a:solidFill>
                  <a:srgbClr val="000000"/>
                </a:solidFill>
              </a:rPr>
              <a:t> in </a:t>
            </a:r>
            <a:r>
              <a:rPr lang="en-SI" sz="2000" dirty="0" err="1">
                <a:solidFill>
                  <a:srgbClr val="000000"/>
                </a:solidFill>
              </a:rPr>
              <a:t>validacijo</a:t>
            </a:r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Izrišite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graf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metrike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točnosti</a:t>
            </a:r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Odgovorite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na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vprašanja</a:t>
            </a:r>
            <a:r>
              <a:rPr lang="en-SI" sz="2000" dirty="0">
                <a:solidFill>
                  <a:srgbClr val="000000"/>
                </a:solidFill>
              </a:rPr>
              <a:t> in </a:t>
            </a:r>
            <a:r>
              <a:rPr lang="en-SI" sz="2000" dirty="0" err="1">
                <a:solidFill>
                  <a:srgbClr val="000000"/>
                </a:solidFill>
              </a:rPr>
              <a:t>primerjajte</a:t>
            </a:r>
            <a:r>
              <a:rPr lang="en-SI" sz="2000" dirty="0">
                <a:solidFill>
                  <a:srgbClr val="000000"/>
                </a:solidFill>
              </a:rPr>
              <a:t> z </a:t>
            </a:r>
            <a:r>
              <a:rPr lang="en-SI" sz="2000" dirty="0" err="1">
                <a:solidFill>
                  <a:srgbClr val="000000"/>
                </a:solidFill>
              </a:rPr>
              <a:t>rezultati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sklopov</a:t>
            </a:r>
            <a:r>
              <a:rPr lang="en-SI" sz="2000" dirty="0">
                <a:solidFill>
                  <a:srgbClr val="000000"/>
                </a:solidFill>
              </a:rPr>
              <a:t> V1.1, V1.2 in V1.3</a:t>
            </a:r>
          </a:p>
          <a:p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Sklop</a:t>
            </a:r>
            <a:r>
              <a:rPr lang="en-SI" sz="2000" dirty="0">
                <a:solidFill>
                  <a:srgbClr val="000000"/>
                </a:solidFill>
              </a:rPr>
              <a:t> V1.4 je </a:t>
            </a:r>
            <a:r>
              <a:rPr lang="en-SI" sz="2000" dirty="0" err="1">
                <a:solidFill>
                  <a:srgbClr val="000000"/>
                </a:solidFill>
              </a:rPr>
              <a:t>vreden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>
                <a:solidFill>
                  <a:srgbClr val="0070C0"/>
                </a:solidFill>
              </a:rPr>
              <a:t>15 </a:t>
            </a:r>
            <a:r>
              <a:rPr lang="en-SI" sz="2000" dirty="0" err="1">
                <a:solidFill>
                  <a:srgbClr val="0070C0"/>
                </a:solidFill>
              </a:rPr>
              <a:t>točk</a:t>
            </a:r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/>
          </a:p>
        </p:txBody>
      </p:sp>
    </p:spTree>
    <p:extLst>
      <p:ext uri="{BB962C8B-B14F-4D97-AF65-F5344CB8AC3E}">
        <p14:creationId xmlns:p14="http://schemas.microsoft.com/office/powerpoint/2010/main" val="721224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09C04-8FC8-8D08-DF23-3E743C95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0E4DB6-8FE0-9B7D-75BB-028B3AD97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ED5D20-D527-0895-EAA0-DF24CE24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 err="1"/>
              <a:t>Sklop</a:t>
            </a:r>
            <a:r>
              <a:rPr lang="en-SI" dirty="0"/>
              <a:t> V1.5</a:t>
            </a:r>
            <a:endParaRPr lang="sl-S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383CA-EC63-931E-7EEA-D1C71CC63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 dirty="0" err="1">
                <a:solidFill>
                  <a:srgbClr val="000000"/>
                </a:solidFill>
              </a:rPr>
              <a:t>Ponovite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učenje</a:t>
            </a:r>
            <a:r>
              <a:rPr lang="en-SI" sz="2000" dirty="0">
                <a:solidFill>
                  <a:srgbClr val="000000"/>
                </a:solidFill>
              </a:rPr>
              <a:t>(V1.4) in </a:t>
            </a:r>
            <a:r>
              <a:rPr lang="en-SI" sz="2000" dirty="0" err="1">
                <a:solidFill>
                  <a:srgbClr val="000000"/>
                </a:solidFill>
              </a:rPr>
              <a:t>kombinirajte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regularizacijo</a:t>
            </a:r>
            <a:r>
              <a:rPr lang="en-SI" sz="2000" dirty="0">
                <a:solidFill>
                  <a:srgbClr val="000000"/>
                </a:solidFill>
              </a:rPr>
              <a:t> L2 s </a:t>
            </a:r>
            <a:r>
              <a:rPr lang="en-SI" sz="2000" dirty="0" err="1">
                <a:solidFill>
                  <a:srgbClr val="000000"/>
                </a:solidFill>
              </a:rPr>
              <a:t>plastjo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izpusta</a:t>
            </a:r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Ponovite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učenje</a:t>
            </a:r>
            <a:r>
              <a:rPr lang="en-SI" sz="2000" dirty="0">
                <a:solidFill>
                  <a:srgbClr val="000000"/>
                </a:solidFill>
              </a:rPr>
              <a:t> (V1.1, V1.2, V1.3 in V1.4) in </a:t>
            </a:r>
            <a:r>
              <a:rPr lang="en-SI" sz="2000" dirty="0" err="1">
                <a:solidFill>
                  <a:srgbClr val="000000"/>
                </a:solidFill>
              </a:rPr>
              <a:t>povečajte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količino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podatkov</a:t>
            </a:r>
            <a:endParaRPr lang="en-SI" sz="2000" dirty="0">
              <a:solidFill>
                <a:srgbClr val="000000"/>
              </a:solidFill>
            </a:endParaRPr>
          </a:p>
          <a:p>
            <a:pPr lvl="1"/>
            <a:r>
              <a:rPr lang="en-SI" sz="1600" dirty="0" err="1">
                <a:solidFill>
                  <a:srgbClr val="0070C0"/>
                </a:solidFill>
              </a:rPr>
              <a:t>Uporabite</a:t>
            </a:r>
            <a:r>
              <a:rPr lang="en-SI" sz="1600" dirty="0">
                <a:solidFill>
                  <a:srgbClr val="0070C0"/>
                </a:solidFill>
              </a:rPr>
              <a:t> </a:t>
            </a:r>
            <a:r>
              <a:rPr lang="en-SI" sz="1600" dirty="0" err="1">
                <a:solidFill>
                  <a:srgbClr val="0070C0"/>
                </a:solidFill>
              </a:rPr>
              <a:t>najpogostejših</a:t>
            </a:r>
            <a:r>
              <a:rPr lang="en-SI" sz="1600" dirty="0">
                <a:solidFill>
                  <a:srgbClr val="0070C0"/>
                </a:solidFill>
              </a:rPr>
              <a:t> 5000 </a:t>
            </a:r>
            <a:r>
              <a:rPr lang="en-SI" sz="1600" dirty="0" err="1">
                <a:solidFill>
                  <a:srgbClr val="0070C0"/>
                </a:solidFill>
              </a:rPr>
              <a:t>besed</a:t>
            </a:r>
            <a:endParaRPr lang="en-SI" sz="800" dirty="0">
              <a:solidFill>
                <a:srgbClr val="0070C0"/>
              </a:solidFill>
            </a:endParaRPr>
          </a:p>
          <a:p>
            <a:r>
              <a:rPr lang="en-SI" sz="2000" dirty="0" err="1">
                <a:solidFill>
                  <a:srgbClr val="0070C0"/>
                </a:solidFill>
              </a:rPr>
              <a:t>Mrežo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učite</a:t>
            </a:r>
            <a:r>
              <a:rPr lang="en-SI" sz="2000" dirty="0">
                <a:solidFill>
                  <a:srgbClr val="0070C0"/>
                </a:solidFill>
              </a:rPr>
              <a:t> 20 </a:t>
            </a:r>
            <a:r>
              <a:rPr lang="en-SI" sz="2000" dirty="0" err="1">
                <a:solidFill>
                  <a:srgbClr val="0070C0"/>
                </a:solidFill>
              </a:rPr>
              <a:t>epoh</a:t>
            </a:r>
            <a:endParaRPr lang="en-SI" sz="2000" dirty="0">
              <a:solidFill>
                <a:srgbClr val="0070C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Izrišite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grafa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funkcije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izgube</a:t>
            </a:r>
            <a:r>
              <a:rPr lang="en-SI" sz="2000" dirty="0">
                <a:solidFill>
                  <a:srgbClr val="000000"/>
                </a:solidFill>
              </a:rPr>
              <a:t> med </a:t>
            </a:r>
            <a:r>
              <a:rPr lang="en-SI" sz="2000" dirty="0" err="1">
                <a:solidFill>
                  <a:srgbClr val="000000"/>
                </a:solidFill>
              </a:rPr>
              <a:t>učenjem</a:t>
            </a:r>
            <a:r>
              <a:rPr lang="en-SI" sz="2000" dirty="0">
                <a:solidFill>
                  <a:srgbClr val="000000"/>
                </a:solidFill>
              </a:rPr>
              <a:t> in </a:t>
            </a:r>
            <a:r>
              <a:rPr lang="en-SI" sz="2000" dirty="0" err="1">
                <a:solidFill>
                  <a:srgbClr val="000000"/>
                </a:solidFill>
              </a:rPr>
              <a:t>validacijo</a:t>
            </a:r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Izrišite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graf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metrike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točnosti</a:t>
            </a:r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Odgovorite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na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vprašanja</a:t>
            </a:r>
            <a:r>
              <a:rPr lang="en-SI" sz="2000" dirty="0">
                <a:solidFill>
                  <a:srgbClr val="000000"/>
                </a:solidFill>
              </a:rPr>
              <a:t> in </a:t>
            </a:r>
            <a:r>
              <a:rPr lang="en-SI" sz="2000" dirty="0" err="1">
                <a:solidFill>
                  <a:srgbClr val="000000"/>
                </a:solidFill>
              </a:rPr>
              <a:t>primerjajte</a:t>
            </a:r>
            <a:r>
              <a:rPr lang="en-SI" sz="2000" dirty="0">
                <a:solidFill>
                  <a:srgbClr val="000000"/>
                </a:solidFill>
              </a:rPr>
              <a:t> z </a:t>
            </a:r>
            <a:r>
              <a:rPr lang="en-SI" sz="2000" dirty="0" err="1">
                <a:solidFill>
                  <a:srgbClr val="000000"/>
                </a:solidFill>
              </a:rPr>
              <a:t>rezultati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 err="1">
                <a:solidFill>
                  <a:srgbClr val="000000"/>
                </a:solidFill>
              </a:rPr>
              <a:t>sklopov</a:t>
            </a:r>
            <a:r>
              <a:rPr lang="en-SI" sz="2000" dirty="0">
                <a:solidFill>
                  <a:srgbClr val="000000"/>
                </a:solidFill>
              </a:rPr>
              <a:t> V1.1, V1.2, V1.3 in V1.4</a:t>
            </a:r>
          </a:p>
          <a:p>
            <a:endParaRPr lang="en-SI" sz="2000" dirty="0">
              <a:solidFill>
                <a:srgbClr val="000000"/>
              </a:solidFill>
            </a:endParaRPr>
          </a:p>
          <a:p>
            <a:r>
              <a:rPr lang="en-SI" sz="2000" dirty="0" err="1">
                <a:solidFill>
                  <a:srgbClr val="000000"/>
                </a:solidFill>
              </a:rPr>
              <a:t>Sklop</a:t>
            </a:r>
            <a:r>
              <a:rPr lang="en-SI" sz="2000" dirty="0">
                <a:solidFill>
                  <a:srgbClr val="000000"/>
                </a:solidFill>
              </a:rPr>
              <a:t> V1.5 je </a:t>
            </a:r>
            <a:r>
              <a:rPr lang="en-SI" sz="2000" dirty="0" err="1">
                <a:solidFill>
                  <a:srgbClr val="000000"/>
                </a:solidFill>
              </a:rPr>
              <a:t>vreden</a:t>
            </a:r>
            <a:r>
              <a:rPr lang="en-SI" sz="2000" dirty="0">
                <a:solidFill>
                  <a:srgbClr val="000000"/>
                </a:solidFill>
              </a:rPr>
              <a:t> </a:t>
            </a:r>
            <a:r>
              <a:rPr lang="en-SI" sz="2000" dirty="0">
                <a:solidFill>
                  <a:srgbClr val="0070C0"/>
                </a:solidFill>
              </a:rPr>
              <a:t>15 </a:t>
            </a:r>
            <a:r>
              <a:rPr lang="en-SI" sz="2000" dirty="0" err="1">
                <a:solidFill>
                  <a:srgbClr val="0070C0"/>
                </a:solidFill>
              </a:rPr>
              <a:t>točk</a:t>
            </a:r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/>
          </a:p>
        </p:txBody>
      </p:sp>
    </p:spTree>
    <p:extLst>
      <p:ext uri="{BB962C8B-B14F-4D97-AF65-F5344CB8AC3E}">
        <p14:creationId xmlns:p14="http://schemas.microsoft.com/office/powerpoint/2010/main" val="1543144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 err="1"/>
              <a:t>Zagovor</a:t>
            </a:r>
            <a:endParaRPr lang="sl-SI" dirty="0"/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 dirty="0">
                <a:solidFill>
                  <a:srgbClr val="C00000"/>
                </a:solidFill>
              </a:rPr>
              <a:t>Rok za </a:t>
            </a:r>
            <a:r>
              <a:rPr lang="en-SI" sz="2000" dirty="0" err="1">
                <a:solidFill>
                  <a:srgbClr val="C00000"/>
                </a:solidFill>
              </a:rPr>
              <a:t>oddajo</a:t>
            </a:r>
            <a:r>
              <a:rPr lang="en-SI" sz="2000" dirty="0">
                <a:solidFill>
                  <a:srgbClr val="C00000"/>
                </a:solidFill>
              </a:rPr>
              <a:t> </a:t>
            </a:r>
            <a:r>
              <a:rPr lang="en-SI" sz="2000" dirty="0" err="1">
                <a:solidFill>
                  <a:srgbClr val="C00000"/>
                </a:solidFill>
              </a:rPr>
              <a:t>na</a:t>
            </a:r>
            <a:r>
              <a:rPr lang="en-SI" sz="2000" dirty="0">
                <a:solidFill>
                  <a:srgbClr val="C00000"/>
                </a:solidFill>
              </a:rPr>
              <a:t> </a:t>
            </a:r>
            <a:r>
              <a:rPr lang="en-SI" sz="2000" dirty="0" err="1">
                <a:solidFill>
                  <a:srgbClr val="C00000"/>
                </a:solidFill>
              </a:rPr>
              <a:t>Učilnice</a:t>
            </a:r>
            <a:r>
              <a:rPr lang="en-SI" sz="2000" dirty="0">
                <a:solidFill>
                  <a:srgbClr val="C00000"/>
                </a:solidFill>
              </a:rPr>
              <a:t> Arnes: 20. 01. 2026 </a:t>
            </a:r>
            <a:r>
              <a:rPr lang="en-SI" sz="2000" dirty="0" err="1">
                <a:solidFill>
                  <a:srgbClr val="C00000"/>
                </a:solidFill>
              </a:rPr>
              <a:t>ob</a:t>
            </a:r>
            <a:r>
              <a:rPr lang="en-SI" sz="2000" dirty="0">
                <a:solidFill>
                  <a:srgbClr val="C00000"/>
                </a:solidFill>
              </a:rPr>
              <a:t> 00:00</a:t>
            </a:r>
          </a:p>
          <a:p>
            <a:pPr lvl="1"/>
            <a:r>
              <a:rPr lang="en-SI" sz="1800" dirty="0" err="1"/>
              <a:t>Oddajte</a:t>
            </a:r>
            <a:r>
              <a:rPr lang="en-SI" sz="1800" dirty="0"/>
              <a:t> </a:t>
            </a:r>
            <a:r>
              <a:rPr lang="en-SI" sz="1800" dirty="0" err="1"/>
              <a:t>datoteko</a:t>
            </a:r>
            <a:r>
              <a:rPr lang="en-SI" sz="1800" dirty="0"/>
              <a:t> .zip s </a:t>
            </a:r>
            <a:r>
              <a:rPr lang="en-SI" sz="1800" dirty="0" err="1"/>
              <a:t>kodo</a:t>
            </a:r>
            <a:endParaRPr lang="en-SI" sz="1800" dirty="0"/>
          </a:p>
          <a:p>
            <a:pPr lvl="1"/>
            <a:r>
              <a:rPr lang="en-SI" sz="1800" dirty="0" err="1"/>
              <a:t>Datoteko</a:t>
            </a:r>
            <a:r>
              <a:rPr lang="en-SI" sz="1800" dirty="0"/>
              <a:t> </a:t>
            </a:r>
            <a:r>
              <a:rPr lang="en-SI" sz="1800" dirty="0" err="1"/>
              <a:t>poimenujte</a:t>
            </a:r>
            <a:r>
              <a:rPr lang="en-SI" sz="1800" dirty="0"/>
              <a:t> po </a:t>
            </a:r>
            <a:r>
              <a:rPr lang="en-SI" sz="1800" dirty="0" err="1"/>
              <a:t>predlogi</a:t>
            </a:r>
            <a:r>
              <a:rPr lang="en-SI" sz="1800" dirty="0"/>
              <a:t>: V1.[sklop]-[ime]-[priimek].zip</a:t>
            </a:r>
          </a:p>
          <a:p>
            <a:pPr lvl="2"/>
            <a:r>
              <a:rPr lang="en-SI" sz="1400" dirty="0"/>
              <a:t>Primer: V1.1-Janez-Novak.zip</a:t>
            </a:r>
            <a:endParaRPr lang="sl-SI" sz="1400" dirty="0"/>
          </a:p>
          <a:p>
            <a:r>
              <a:rPr lang="en-SI" sz="2000" dirty="0" err="1">
                <a:solidFill>
                  <a:srgbClr val="0070C0"/>
                </a:solidFill>
              </a:rPr>
              <a:t>Vajo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lahko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zagovarjate</a:t>
            </a:r>
            <a:r>
              <a:rPr lang="en-SI" sz="2000" dirty="0">
                <a:solidFill>
                  <a:srgbClr val="0070C0"/>
                </a:solidFill>
              </a:rPr>
              <a:t> v </a:t>
            </a:r>
            <a:r>
              <a:rPr lang="en-SI" sz="2000" dirty="0" err="1">
                <a:solidFill>
                  <a:srgbClr val="0070C0"/>
                </a:solidFill>
              </a:rPr>
              <a:t>kateremkoli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terminu</a:t>
            </a:r>
            <a:r>
              <a:rPr lang="en-SI" sz="2000" dirty="0">
                <a:solidFill>
                  <a:srgbClr val="0070C0"/>
                </a:solidFill>
              </a:rPr>
              <a:t> v </a:t>
            </a:r>
            <a:r>
              <a:rPr lang="en-SI" sz="2000" dirty="0" err="1">
                <a:solidFill>
                  <a:srgbClr val="0070C0"/>
                </a:solidFill>
              </a:rPr>
              <a:t>zimskem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semestru</a:t>
            </a:r>
            <a:endParaRPr lang="en-SI" sz="2000" dirty="0">
              <a:solidFill>
                <a:srgbClr val="0070C0"/>
              </a:solidFill>
            </a:endParaRPr>
          </a:p>
          <a:p>
            <a:pPr lvl="1"/>
            <a:r>
              <a:rPr lang="en-SI" sz="1800" dirty="0"/>
              <a:t>Po </a:t>
            </a:r>
            <a:r>
              <a:rPr lang="en-SI" sz="1800" dirty="0" err="1"/>
              <a:t>roku</a:t>
            </a:r>
            <a:r>
              <a:rPr lang="en-SI" sz="1800" dirty="0"/>
              <a:t> za </a:t>
            </a:r>
            <a:r>
              <a:rPr lang="en-SI" sz="1800" dirty="0" err="1"/>
              <a:t>oddajo</a:t>
            </a:r>
            <a:r>
              <a:rPr lang="en-SI" sz="1800" dirty="0"/>
              <a:t> </a:t>
            </a:r>
            <a:r>
              <a:rPr lang="en-SI" sz="1800" dirty="0" err="1"/>
              <a:t>boste</a:t>
            </a:r>
            <a:r>
              <a:rPr lang="en-SI" sz="1800" dirty="0"/>
              <a:t> </a:t>
            </a:r>
            <a:r>
              <a:rPr lang="en-SI" sz="1800" dirty="0" err="1"/>
              <a:t>lahko</a:t>
            </a:r>
            <a:r>
              <a:rPr lang="en-SI" sz="1800" dirty="0"/>
              <a:t> </a:t>
            </a:r>
            <a:r>
              <a:rPr lang="en-SI" sz="1800" dirty="0" err="1"/>
              <a:t>vajo</a:t>
            </a:r>
            <a:r>
              <a:rPr lang="en-SI" sz="1800" dirty="0"/>
              <a:t> </a:t>
            </a:r>
            <a:r>
              <a:rPr lang="en-SI" sz="1800" dirty="0" err="1"/>
              <a:t>zagovarjali</a:t>
            </a:r>
            <a:r>
              <a:rPr lang="en-SI" sz="1800" dirty="0"/>
              <a:t> </a:t>
            </a:r>
            <a:r>
              <a:rPr lang="en-SI" sz="1800" dirty="0" err="1"/>
              <a:t>na</a:t>
            </a:r>
            <a:r>
              <a:rPr lang="en-SI" sz="1800" dirty="0"/>
              <a:t> </a:t>
            </a:r>
            <a:r>
              <a:rPr lang="en-SI" sz="1800" dirty="0" err="1"/>
              <a:t>dodatnem</a:t>
            </a:r>
            <a:r>
              <a:rPr lang="en-SI" sz="1800" dirty="0"/>
              <a:t> </a:t>
            </a:r>
            <a:r>
              <a:rPr lang="en-SI" sz="1800" dirty="0" err="1"/>
              <a:t>terminu</a:t>
            </a:r>
            <a:r>
              <a:rPr lang="en-SI" sz="1800" dirty="0"/>
              <a:t> </a:t>
            </a:r>
            <a:r>
              <a:rPr lang="en-SI" sz="1800" dirty="0">
                <a:solidFill>
                  <a:srgbClr val="C00000"/>
                </a:solidFill>
              </a:rPr>
              <a:t>(</a:t>
            </a:r>
            <a:r>
              <a:rPr lang="en-SI" sz="1800" dirty="0" err="1">
                <a:solidFill>
                  <a:srgbClr val="C00000"/>
                </a:solidFill>
              </a:rPr>
              <a:t>samo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sklop</a:t>
            </a:r>
            <a:r>
              <a:rPr lang="en-SI" sz="1800" dirty="0">
                <a:solidFill>
                  <a:srgbClr val="C00000"/>
                </a:solidFill>
              </a:rPr>
              <a:t> V1.1!)</a:t>
            </a:r>
          </a:p>
          <a:p>
            <a:r>
              <a:rPr lang="en-SI" sz="2000" dirty="0" err="1"/>
              <a:t>Pregled</a:t>
            </a:r>
            <a:r>
              <a:rPr lang="en-SI" sz="2000" dirty="0"/>
              <a:t> </a:t>
            </a:r>
            <a:r>
              <a:rPr lang="en-SI" sz="2000" dirty="0" err="1"/>
              <a:t>rezultatov</a:t>
            </a:r>
            <a:r>
              <a:rPr lang="en-SI" sz="2000" dirty="0"/>
              <a:t> in </a:t>
            </a:r>
            <a:r>
              <a:rPr lang="en-SI" sz="2000" dirty="0" err="1"/>
              <a:t>kode</a:t>
            </a:r>
            <a:endParaRPr lang="en-SI" sz="2000" dirty="0"/>
          </a:p>
          <a:p>
            <a:r>
              <a:rPr lang="en-SI" sz="2000" dirty="0"/>
              <a:t>Na </a:t>
            </a:r>
            <a:r>
              <a:rPr lang="en-SI" sz="2000" dirty="0" err="1"/>
              <a:t>zagovor</a:t>
            </a:r>
            <a:r>
              <a:rPr lang="en-SI" sz="2000" dirty="0"/>
              <a:t> </a:t>
            </a:r>
            <a:r>
              <a:rPr lang="en-SI" sz="2000" dirty="0" err="1"/>
              <a:t>pridite</a:t>
            </a:r>
            <a:r>
              <a:rPr lang="en-SI" sz="2000" dirty="0"/>
              <a:t> </a:t>
            </a:r>
            <a:r>
              <a:rPr lang="en-SI" sz="2000" dirty="0" err="1"/>
              <a:t>pripravljeni</a:t>
            </a:r>
            <a:endParaRPr lang="en-SI" sz="2000" dirty="0"/>
          </a:p>
          <a:p>
            <a:r>
              <a:rPr lang="en-SI" sz="2000" dirty="0" err="1">
                <a:solidFill>
                  <a:srgbClr val="C00000"/>
                </a:solidFill>
              </a:rPr>
              <a:t>Vajo</a:t>
            </a:r>
            <a:r>
              <a:rPr lang="en-SI" sz="2000" dirty="0">
                <a:solidFill>
                  <a:srgbClr val="C00000"/>
                </a:solidFill>
              </a:rPr>
              <a:t> </a:t>
            </a:r>
            <a:r>
              <a:rPr lang="en-SI" sz="2000" dirty="0" err="1">
                <a:solidFill>
                  <a:srgbClr val="C00000"/>
                </a:solidFill>
              </a:rPr>
              <a:t>rešujte</a:t>
            </a:r>
            <a:r>
              <a:rPr lang="en-SI" sz="2000" dirty="0">
                <a:solidFill>
                  <a:srgbClr val="C00000"/>
                </a:solidFill>
              </a:rPr>
              <a:t> </a:t>
            </a:r>
            <a:r>
              <a:rPr lang="en-SI" sz="2000" dirty="0" err="1">
                <a:solidFill>
                  <a:srgbClr val="C00000"/>
                </a:solidFill>
              </a:rPr>
              <a:t>sami</a:t>
            </a:r>
            <a:r>
              <a:rPr lang="en-SI" sz="2000" dirty="0">
                <a:solidFill>
                  <a:srgbClr val="C00000"/>
                </a:solidFill>
              </a:rPr>
              <a:t>!</a:t>
            </a:r>
          </a:p>
          <a:p>
            <a:pPr lvl="1"/>
            <a:r>
              <a:rPr lang="en-SI" sz="1800" dirty="0" err="1">
                <a:solidFill>
                  <a:srgbClr val="C00000"/>
                </a:solidFill>
              </a:rPr>
              <a:t>Vaše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oddane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vaje</a:t>
            </a:r>
            <a:r>
              <a:rPr lang="en-SI" sz="1800" dirty="0">
                <a:solidFill>
                  <a:srgbClr val="C00000"/>
                </a:solidFill>
              </a:rPr>
              <a:t> se </a:t>
            </a:r>
            <a:r>
              <a:rPr lang="en-SI" sz="1800" dirty="0" err="1">
                <a:solidFill>
                  <a:srgbClr val="C00000"/>
                </a:solidFill>
              </a:rPr>
              <a:t>preverjajo</a:t>
            </a:r>
            <a:r>
              <a:rPr lang="en-SI" sz="1800" dirty="0">
                <a:solidFill>
                  <a:srgbClr val="C00000"/>
                </a:solidFill>
              </a:rPr>
              <a:t> z </a:t>
            </a:r>
            <a:r>
              <a:rPr lang="en-SI" sz="1800" dirty="0" err="1">
                <a:solidFill>
                  <a:srgbClr val="C00000"/>
                </a:solidFill>
              </a:rPr>
              <a:t>orodji</a:t>
            </a:r>
            <a:r>
              <a:rPr lang="en-SI" sz="1800" dirty="0">
                <a:solidFill>
                  <a:srgbClr val="C00000"/>
                </a:solidFill>
              </a:rPr>
              <a:t> za </a:t>
            </a:r>
            <a:r>
              <a:rPr lang="en-SI" sz="1800" dirty="0" err="1">
                <a:solidFill>
                  <a:srgbClr val="C00000"/>
                </a:solidFill>
              </a:rPr>
              <a:t>detekcijo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podobnih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vsebin</a:t>
            </a:r>
            <a:endParaRPr lang="sl-SI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674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slov 4"/>
          <p:cNvSpPr>
            <a:spLocks noGrp="1"/>
          </p:cNvSpPr>
          <p:nvPr>
            <p:ph type="title"/>
          </p:nvPr>
        </p:nvSpPr>
        <p:spPr>
          <a:xfrm>
            <a:off x="533400" y="2885728"/>
            <a:ext cx="8153400" cy="1047328"/>
          </a:xfrm>
        </p:spPr>
        <p:txBody>
          <a:bodyPr/>
          <a:lstStyle/>
          <a:p>
            <a:r>
              <a:rPr lang="sl-SI" dirty="0"/>
              <a:t>Vprašanja</a:t>
            </a:r>
          </a:p>
        </p:txBody>
      </p:sp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797119"/>
      </p:ext>
    </p:extLst>
  </p:cSld>
  <p:clrMapOvr>
    <a:masterClrMapping/>
  </p:clrMapOvr>
</p:sld>
</file>

<file path=ppt/theme/theme1.xml><?xml version="1.0" encoding="utf-8"?>
<a:theme xmlns:a="http://schemas.openxmlformats.org/drawingml/2006/main" name="1_LHRS_2013">
  <a:themeElements>
    <a:clrScheme name="F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F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HRS_2014.potx" id="{DAC3B960-E6D7-4D7E-81C4-82EA3ECCD6F6}" vid="{12C7CB9F-41BB-4160-AC36-BEAF18E6B0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sar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EF3439508BC34EB613D27129873369" ma:contentTypeVersion="10" ma:contentTypeDescription="Create a new document." ma:contentTypeScope="" ma:versionID="6b09061f50ce94bbc75b626666253c6c">
  <xsd:schema xmlns:xsd="http://www.w3.org/2001/XMLSchema" xmlns:xs="http://www.w3.org/2001/XMLSchema" xmlns:p="http://schemas.microsoft.com/office/2006/metadata/properties" xmlns:ns2="d3795508-bba7-40bd-8313-8a2cef98e614" xmlns:ns3="9af19b34-8bc1-4f65-8c3c-af4564d0e4c2" targetNamespace="http://schemas.microsoft.com/office/2006/metadata/properties" ma:root="true" ma:fieldsID="c9c87bca7601908f2c1094406c485489" ns2:_="" ns3:_="">
    <xsd:import namespace="d3795508-bba7-40bd-8313-8a2cef98e614"/>
    <xsd:import namespace="9af19b34-8bc1-4f65-8c3c-af4564d0e4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795508-bba7-40bd-8313-8a2cef98e6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14c371a-e1e1-4790-b7b3-e586cefac3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19b34-8bc1-4f65-8c3c-af4564d0e4c2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47637409-5ac8-4688-b62f-649bcdb7cc58}" ma:internalName="TaxCatchAll" ma:showField="CatchAllData" ma:web="9af19b34-8bc1-4f65-8c3c-af4564d0e4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795508-bba7-40bd-8313-8a2cef98e614">
      <Terms xmlns="http://schemas.microsoft.com/office/infopath/2007/PartnerControls"/>
    </lcf76f155ced4ddcb4097134ff3c332f>
    <TaxCatchAll xmlns="9af19b34-8bc1-4f65-8c3c-af4564d0e4c2" xsi:nil="true"/>
  </documentManagement>
</p:properties>
</file>

<file path=customXml/itemProps1.xml><?xml version="1.0" encoding="utf-8"?>
<ds:datastoreItem xmlns:ds="http://schemas.openxmlformats.org/officeDocument/2006/customXml" ds:itemID="{B99847F2-C50A-49FC-B176-4CFC67AB82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ED2FD8-184E-4E39-BE78-BB2CF054340A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16390DE3-96A5-4D44-8569-9AB2BF7D6EC2}"/>
</file>

<file path=customXml/itemProps4.xml><?xml version="1.0" encoding="utf-8"?>
<ds:datastoreItem xmlns:ds="http://schemas.openxmlformats.org/officeDocument/2006/customXml" ds:itemID="{B15F4E28-FA13-4293-A0DD-563E50E12AE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414fd7f-21c6-4d94-90e3-68400e5795f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5942</TotalTime>
  <Words>922</Words>
  <Application>Microsoft Office PowerPoint</Application>
  <PresentationFormat>On-screen Show (4:3)</PresentationFormat>
  <Paragraphs>141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Tahoma</vt:lpstr>
      <vt:lpstr>Wingdings</vt:lpstr>
      <vt:lpstr>1_LHRS_2013</vt:lpstr>
      <vt:lpstr>Napredne arhitekture in učenje globokih nevronskih mrež (R-IT MAG)</vt:lpstr>
      <vt:lpstr>Prekomerno prileganje</vt:lpstr>
      <vt:lpstr>Zaznavanje prekomernega prileganja (I)</vt:lpstr>
      <vt:lpstr>Zaznavanje prekomernega prileganja (II)</vt:lpstr>
      <vt:lpstr>Preprečevanje prekomernega prileganja</vt:lpstr>
      <vt:lpstr>Cilj vaje</vt:lpstr>
      <vt:lpstr>Izvedba vaje</vt:lpstr>
      <vt:lpstr>Sklop V1.1</vt:lpstr>
      <vt:lpstr>Sklop V1.2</vt:lpstr>
      <vt:lpstr>Sklop V1.3</vt:lpstr>
      <vt:lpstr>Sklop V1.4</vt:lpstr>
      <vt:lpstr>Sklop V1.5</vt:lpstr>
      <vt:lpstr>Zagovor</vt:lpstr>
      <vt:lpstr>Vprašanja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Računalniška omrežja (R-IT VS)</dc:title>
  <dc:creator>Mladen</dc:creator>
  <cp:lastModifiedBy>Mladen Borovič</cp:lastModifiedBy>
  <cp:revision>121</cp:revision>
  <cp:lastPrinted>2016-03-21T06:57:14Z</cp:lastPrinted>
  <dcterms:created xsi:type="dcterms:W3CDTF">2013-02-25T06:20:36Z</dcterms:created>
  <dcterms:modified xsi:type="dcterms:W3CDTF">2025-10-05T14:51:05Z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0x0101003CEF3439508BC34EB613D27129873369</vt:lpwstr>
  </property>
  <property fmtid="{D5CDD505-2E9C-101B-9397-08002B2CF9AE}" pid="3" name="_dlc_DocIdItemGuid">
    <vt:lpwstr>c81c6f67-0e37-43bd-af0c-0c1526b8c877</vt:lpwstr>
  </property>
</Properties>
</file>